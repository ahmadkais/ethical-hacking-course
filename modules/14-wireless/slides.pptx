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algn="r" rtl="1"/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algn="r" rtl="1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 algn="r" rtl="1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pPr algn="r" rtl="1"/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 algn="r" rtl="1"/>
            <a:r>
              <a:rPr lang="en-US"/>
              <a:t>Click to edit Master text styles</a:t>
            </a:r>
          </a:p>
          <a:p>
            <a:pPr lvl="1" algn="r" rtl="1"/>
            <a:r>
              <a:rPr lang="en-US"/>
              <a:t>Second level</a:t>
            </a:r>
          </a:p>
          <a:p>
            <a:pPr lvl="2" algn="r" rtl="1"/>
            <a:r>
              <a:rPr lang="en-US"/>
              <a:t>Third level</a:t>
            </a:r>
          </a:p>
          <a:p>
            <a:pPr lvl="3" algn="r" rtl="1"/>
            <a:r>
              <a:rPr lang="en-US"/>
              <a:t>Fourth level</a:t>
            </a:r>
          </a:p>
          <a:p>
            <a:pPr lvl="4" algn="r" rtl="1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 rtl="1"/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marL="0" lvl="0" indent="0" algn="r" rtl="1">
              <a:buNone/>
            </a:pPr>
            <a:r>
              <a:rPr/>
              <a:t>תקיפות אלחוטיות (Wireless)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מודול 14 — האקינג אתי מהיסוד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אבטחת Wi-Fi: WEP → WPA3</a:t>
            </a:r>
          </a:p>
          <a:p>
            <a:pPr lvl="0" algn="r" rtl="1"/>
            <a:r>
              <a:rPr/>
              <a:t>לכידת Handshake ופיצוח WPA2</a:t>
            </a:r>
          </a:p>
          <a:p>
            <a:pPr lvl="0" algn="r" rtl="1"/>
            <a:r>
              <a:rPr/>
              <a:t>Deauthentication ו-Evil Twin</a:t>
            </a:r>
          </a:p>
          <a:p>
            <a:pPr lvl="0" algn="r" rtl="1"/>
            <a:r>
              <a:rPr/>
              <a:t>הגנה על רשת אלחוטית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⚠️ דרישת חומרה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צריך מתאם USB עם </a:t>
            </a:r>
            <a:r>
              <a:rPr b="1"/>
              <a:t>Monitor Mode + Injection</a:t>
            </a:r>
          </a:p>
          <a:p>
            <a:pPr lvl="0" algn="r" rtl="1"/>
            <a:r>
              <a:rPr/>
              <a:t>הכרטיס המובנה לרוב לא מספיק</a:t>
            </a:r>
          </a:p>
          <a:p>
            <a:pPr lvl="0" algn="r" rtl="1"/>
            <a:r>
              <a:rPr/>
              <a:t>אין חומרה? למד תיאוריה + תרגל פיצוח </a:t>
            </a:r>
            <a:r>
              <a:rPr>
                <a:latin typeface="Courier"/>
              </a:rPr>
              <a:t>.cap</a:t>
            </a:r>
          </a:p>
          <a:p>
            <a:pPr lvl="0" algn="r" rtl="1"/>
            <a:r>
              <a:rPr/>
              <a:t>רק על רשת שבבעלותך!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יסודות אלחוט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SSID</a:t>
            </a:r>
            <a:r>
              <a:rPr/>
              <a:t> — שם הרשת · </a:t>
            </a:r>
            <a:r>
              <a:rPr b="1"/>
              <a:t>BSSID</a:t>
            </a:r>
            <a:r>
              <a:rPr/>
              <a:t> — MAC של ה-AP</a:t>
            </a:r>
          </a:p>
          <a:p>
            <a:pPr lvl="0" algn="r" rtl="1"/>
            <a:r>
              <a:rPr b="1"/>
              <a:t>Client</a:t>
            </a:r>
            <a:r>
              <a:rPr/>
              <a:t> — מכשיר מחובר</a:t>
            </a:r>
          </a:p>
          <a:p>
            <a:pPr lvl="0" algn="r" rtl="1"/>
            <a:r>
              <a:rPr/>
              <a:t>תעבורה </a:t>
            </a:r>
            <a:r>
              <a:rPr b="1"/>
              <a:t>משודרת באוויר</a:t>
            </a:r>
            <a:r>
              <a:rPr/>
              <a:t> — כולם שומעים</a:t>
            </a:r>
          </a:p>
          <a:p>
            <a:pPr lvl="0" algn="r" rtl="1"/>
            <a:r>
              <a:rPr/>
              <a:t>לכן הצפנה קריטית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פרוטוקולי אבטחה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WEP</a:t>
            </a:r>
            <a:r>
              <a:rPr/>
              <a:t> — שבור לחלוטין (דקות)</a:t>
            </a:r>
          </a:p>
          <a:p>
            <a:pPr lvl="0" algn="r" rtl="1"/>
            <a:r>
              <a:rPr b="1"/>
              <a:t>WPA</a:t>
            </a:r>
            <a:r>
              <a:rPr/>
              <a:t> — חלש (TKIP)</a:t>
            </a:r>
          </a:p>
          <a:p>
            <a:pPr lvl="0" algn="r" rtl="1"/>
            <a:r>
              <a:rPr b="1"/>
              <a:t>WPA2</a:t>
            </a:r>
            <a:r>
              <a:rPr/>
              <a:t> — הנפוץ; פגיע לסיסמה חלשה</a:t>
            </a:r>
          </a:p>
          <a:p>
            <a:pPr lvl="0" algn="r" rtl="1"/>
            <a:r>
              <a:rPr b="1"/>
              <a:t>WPA3</a:t>
            </a:r>
            <a:r>
              <a:rPr/>
              <a:t> — חזק (SAE)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Monitor Mode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מאזין לכל התעבורה באוויר</a:t>
            </a:r>
          </a:p>
          <a:p>
            <a:pPr lvl="0" algn="r" rtl="1"/>
            <a:r>
              <a:rPr>
                <a:latin typeface="Courier"/>
              </a:rPr>
              <a:t>airmon-ng check kill</a:t>
            </a:r>
          </a:p>
          <a:p>
            <a:pPr lvl="0" algn="r" rtl="1"/>
            <a:r>
              <a:rPr>
                <a:latin typeface="Courier"/>
              </a:rPr>
              <a:t>airmon-ng start wlan0</a:t>
            </a:r>
            <a:r>
              <a:rPr/>
              <a:t> → wlan0mon</a:t>
            </a:r>
          </a:p>
          <a:p>
            <a:pPr lvl="0" algn="r" rtl="1"/>
            <a:r>
              <a:rPr/>
              <a:t>דורש מתאם/דרייבר תואם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סריקה — airodump-ng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>
                <a:latin typeface="Courier"/>
              </a:rPr>
              <a:t>airodump-ng wlan0mon</a:t>
            </a:r>
            <a:r>
              <a:rPr/>
              <a:t> — כל הרשתות</a:t>
            </a:r>
          </a:p>
          <a:p>
            <a:pPr lvl="0" algn="r" rtl="1"/>
            <a:r>
              <a:rPr/>
              <a:t>מזהים: BSSID, CH, ENC, ESSID</a:t>
            </a:r>
          </a:p>
          <a:p>
            <a:pPr lvl="0" algn="r" rtl="1"/>
            <a:r>
              <a:rPr/>
              <a:t>מתמקדים: </a:t>
            </a:r>
            <a:r>
              <a:rPr>
                <a:latin typeface="Courier"/>
              </a:rPr>
              <a:t>--bssid -c -w capture</a:t>
            </a:r>
          </a:p>
          <a:p>
            <a:pPr lvl="0" algn="r" rtl="1"/>
            <a:r>
              <a:rPr/>
              <a:t>STATION = לקוחות מחוברים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Deauth ולכידת Handshake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Handshake נלכד רק בהתחברות לקוח</a:t>
            </a:r>
          </a:p>
          <a:p>
            <a:pPr lvl="0" algn="r" rtl="1"/>
            <a:r>
              <a:rPr>
                <a:latin typeface="Courier"/>
              </a:rPr>
              <a:t>aireplay-ng --deauth 5 -a AP -c client</a:t>
            </a:r>
          </a:p>
          <a:p>
            <a:pPr lvl="0" algn="r" rtl="1"/>
            <a:r>
              <a:rPr/>
              <a:t>הלקוח מתחבר מחדש → לוכדים ✅</a:t>
            </a:r>
          </a:p>
          <a:p>
            <a:pPr lvl="0" algn="r" rtl="1"/>
            <a:r>
              <a:rPr/>
              <a:t>“WPA handshake” מופיע ב-airodump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פיצוח WPA2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מפצחים את ה-Handshake </a:t>
            </a:r>
            <a:r>
              <a:rPr b="1"/>
              <a:t>offline</a:t>
            </a:r>
          </a:p>
          <a:p>
            <a:pPr lvl="0" algn="r" rtl="1"/>
            <a:r>
              <a:rPr>
                <a:latin typeface="Courier"/>
              </a:rPr>
              <a:t>aircrack-ng capture.cap -w rockyou.txt</a:t>
            </a:r>
          </a:p>
          <a:p>
            <a:pPr lvl="0" algn="r" rtl="1"/>
            <a:r>
              <a:rPr/>
              <a:t>או hashcat -m 22000 (מהיר יותר)</a:t>
            </a:r>
          </a:p>
          <a:p>
            <a:pPr lvl="0" algn="r" rtl="1"/>
            <a:r>
              <a:rPr/>
              <a:t>סיסמה חזקה = פיצוח נכשל = בטוח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Evil Twin ו-WPS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Evil Twin</a:t>
            </a:r>
            <a:r>
              <a:rPr/>
              <a:t> — AP מזויף, דף התחברות גונב סיסמה</a:t>
            </a:r>
          </a:p>
          <a:p>
            <a:pPr lvl="0" algn="r" rtl="1"/>
            <a:r>
              <a:rPr/>
              <a:t>עוקף WPA2 — מרמה את המשתמש!</a:t>
            </a:r>
          </a:p>
          <a:p>
            <a:pPr lvl="0" algn="r" rtl="1"/>
            <a:r>
              <a:rPr b="1"/>
              <a:t>WPS</a:t>
            </a:r>
            <a:r>
              <a:rPr/>
              <a:t> — PIN בן 8 ספרות → reaver brute-force</a:t>
            </a:r>
          </a:p>
          <a:p>
            <a:pPr lvl="0" algn="r" rtl="1"/>
            <a:r>
              <a:rPr/>
              <a:t>airgeddon/wifiphisher מאוטמים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הגנה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 b="1"/>
              <a:t>סיסמה חזקה 15+ תווים</a:t>
            </a:r>
            <a:r>
              <a:rPr/>
              <a:t> — ההגנה #1</a:t>
            </a:r>
          </a:p>
          <a:p>
            <a:pPr lvl="0" algn="r" rtl="1"/>
            <a:r>
              <a:rPr/>
              <a:t>WPA3 · כבה WPS</a:t>
            </a:r>
          </a:p>
          <a:p>
            <a:pPr lvl="0" algn="r" rtl="1"/>
            <a:r>
              <a:rPr/>
              <a:t>הפרד רשת אורחים (VLAN)</a:t>
            </a:r>
          </a:p>
          <a:p>
            <a:pPr lvl="0" algn="r" rtl="1"/>
            <a:r>
              <a:rPr/>
              <a:t>WPA2-Enterprise (802.1X)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L="0" lvl="0" indent="0" algn="r" rtl="1">
              <a:buNone/>
            </a:pPr>
            <a:r>
              <a:rPr/>
              <a:t>סיכום מודול 14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algn="r" rtl="1"/>
            <a:r>
              <a:rPr/>
              <a:t>WEP שבור · WPA2 בטוח עם סיסמה חזקה</a:t>
            </a:r>
          </a:p>
          <a:p>
            <a:pPr lvl="0" algn="r" rtl="1"/>
            <a:r>
              <a:rPr/>
              <a:t>לוכדים Handshake (Deauth) ומפצחים offline</a:t>
            </a:r>
          </a:p>
          <a:p>
            <a:pPr lvl="0" algn="r" rtl="1"/>
            <a:r>
              <a:rPr/>
              <a:t>Evil Twin/WPS = מתקדם, עוקף הצפנה</a:t>
            </a:r>
          </a:p>
          <a:p>
            <a:pPr lvl="0" algn="r" rtl="1"/>
            <a:r>
              <a:rPr/>
              <a:t>הגנה: סיסמה חזקה, WPA3, VLAN</a:t>
            </a:r>
          </a:p>
          <a:p>
            <a:pPr lvl="0" algn="r" rtl="1"/>
            <a:r>
              <a:rPr b="1"/>
              <a:t>תרגול</a:t>
            </a:r>
            <a:r>
              <a:rPr/>
              <a:t> → </a:t>
            </a:r>
            <a:r>
              <a:rPr>
                <a:latin typeface="Courier"/>
              </a:rPr>
              <a:t>practice.md</a:t>
            </a:r>
            <a:r>
              <a:rPr/>
              <a:t> · </a:t>
            </a:r>
            <a:r>
              <a:rPr b="1"/>
              <a:t>פתרונות</a:t>
            </a:r>
            <a:r>
              <a:rPr/>
              <a:t> → </a:t>
            </a:r>
            <a:r>
              <a:rPr>
                <a:latin typeface="Courier"/>
              </a:rPr>
              <a:t>solutions.md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2026-09-29T11:21:08Z</dcterms:created>
  <dcterms:modified xsi:type="dcterms:W3CDTF">2026-09-29T11:21:08Z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