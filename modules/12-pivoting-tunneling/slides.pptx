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Pivoting ותנועה רוחבית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12 — האקינג אתי מהיסוד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מעבר לרשת הפנימית שמאחורי הפריצה</a:t>
            </a:r>
          </a:p>
          <a:p>
            <a:pPr lvl="0" algn="r" rtl="1"/>
            <a:r>
              <a:rPr/>
              <a:t>SSH Tunneling ו-Port Forwarding</a:t>
            </a:r>
          </a:p>
          <a:p>
            <a:pPr lvl="0" algn="r" rtl="1"/>
            <a:r>
              <a:rPr/>
              <a:t>proxychains ו-SOCKS</a:t>
            </a:r>
          </a:p>
          <a:p>
            <a:pPr lvl="0" algn="r" rtl="1"/>
            <a:r>
              <a:rPr/>
              <a:t>Chisel, Ligolo ו-Metasploit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למה Pivoting?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המכונה שפרצת = כמעט אף פעם לא היעד</a:t>
            </a:r>
          </a:p>
          <a:p>
            <a:pPr lvl="0" algn="r" rtl="1"/>
            <a:r>
              <a:rPr/>
              <a:t>שרתים רגישים ב-</a:t>
            </a:r>
            <a:r>
              <a:rPr b="1"/>
              <a:t>רשת פנימית</a:t>
            </a:r>
            <a:r>
              <a:rPr/>
              <a:t> לא-נגישה</a:t>
            </a:r>
          </a:p>
          <a:p>
            <a:pPr lvl="0" algn="r" rtl="1"/>
            <a:r>
              <a:rPr/>
              <a:t>המכונה שנפרצה “רואה” רשתות שאתה לא</a:t>
            </a:r>
          </a:p>
          <a:p>
            <a:pPr lvl="0" algn="r" rtl="1"/>
            <a:r>
              <a:rPr/>
              <a:t>מנתבים דרכה פנימה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המושגים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Lateral Movement</a:t>
            </a:r>
            <a:r>
              <a:rPr/>
              <a:t> — בין מכונות באותה רשת</a:t>
            </a:r>
          </a:p>
          <a:p>
            <a:pPr lvl="0" algn="r" rtl="1"/>
            <a:r>
              <a:rPr b="1"/>
              <a:t>Pivoting</a:t>
            </a:r>
            <a:r>
              <a:rPr/>
              <a:t> — מכונה כנקודת מעבר לרשת אחרת</a:t>
            </a:r>
          </a:p>
          <a:p>
            <a:pPr lvl="0" algn="r" rtl="1"/>
            <a:r>
              <a:rPr b="1"/>
              <a:t>Tunneling</a:t>
            </a:r>
            <a:r>
              <a:rPr/>
              <a:t> — עטיפת תעבורה (SSH) לחציית גבול</a:t>
            </a:r>
          </a:p>
          <a:p>
            <a:pPr lvl="0" algn="r" rtl="1"/>
            <a:r>
              <a:rPr/>
              <a:t>מזהים רשת: </a:t>
            </a:r>
            <a:r>
              <a:rPr>
                <a:latin typeface="Courier"/>
              </a:rPr>
              <a:t>ip a</a:t>
            </a:r>
            <a:r>
              <a:rPr/>
              <a:t>, </a:t>
            </a:r>
            <a:r>
              <a:rPr>
                <a:latin typeface="Courier"/>
              </a:rPr>
              <a:t>ip route</a:t>
            </a:r>
            <a:r>
              <a:rPr/>
              <a:t>, </a:t>
            </a:r>
            <a:r>
              <a:rPr>
                <a:latin typeface="Courier"/>
              </a:rPr>
              <a:t>arp -a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התרחיש: Dual-Homed 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eth0</a:t>
            </a:r>
            <a:r>
              <a:rPr/>
              <a:t> — DMZ (כאן אתה)</a:t>
            </a:r>
          </a:p>
          <a:p>
            <a:pPr lvl="0" algn="r" rtl="1"/>
            <a:r>
              <a:rPr>
                <a:latin typeface="Courier"/>
              </a:rPr>
              <a:t>eth1</a:t>
            </a:r>
            <a:r>
              <a:rPr/>
              <a:t> — רשת פנימית (לא נגיש!)</a:t>
            </a:r>
          </a:p>
          <a:p>
            <a:pPr lvl="0" algn="r" rtl="1"/>
            <a:r>
              <a:rPr/>
              <a:t>Kali → Pivot → מכונה פנימית</a:t>
            </a:r>
          </a:p>
          <a:p>
            <a:pPr lvl="0" algn="r" rtl="1"/>
            <a:r>
              <a:rPr/>
              <a:t>מנתבים דרך ה-Pivot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SSH Tunneling — 3 סוגים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-L</a:t>
            </a:r>
            <a:r>
              <a:rPr/>
              <a:t> Local — מביא שירות פנימי אליך</a:t>
            </a:r>
          </a:p>
          <a:p>
            <a:pPr lvl="0" algn="r" rtl="1"/>
            <a:r>
              <a:rPr b="1"/>
              <a:t>-R</a:t>
            </a:r>
            <a:r>
              <a:rPr/>
              <a:t> Remote — פורט על ה-Pivot אליך</a:t>
            </a:r>
          </a:p>
          <a:p>
            <a:pPr lvl="0" algn="r" rtl="1"/>
            <a:r>
              <a:rPr b="1"/>
              <a:t>-D</a:t>
            </a:r>
            <a:r>
              <a:rPr/>
              <a:t> Dynamic — SOCKS proxy מלא</a:t>
            </a:r>
          </a:p>
          <a:p>
            <a:pPr lvl="0" algn="r" rtl="1"/>
            <a:r>
              <a:rPr>
                <a:latin typeface="Courier"/>
              </a:rPr>
              <a:t>-D</a:t>
            </a:r>
            <a:r>
              <a:rPr/>
              <a:t> = הסכין השוויצרי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proxychains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מריץ </a:t>
            </a:r>
            <a:r>
              <a:rPr b="1"/>
              <a:t>כל כלי</a:t>
            </a:r>
            <a:r>
              <a:rPr/>
              <a:t> דרך הפרוקסי</a:t>
            </a:r>
          </a:p>
          <a:p>
            <a:pPr lvl="0" algn="r" rtl="1"/>
            <a:r>
              <a:rPr>
                <a:latin typeface="Courier"/>
              </a:rPr>
              <a:t>socks5 127.0.0.1 9050</a:t>
            </a:r>
            <a:r>
              <a:rPr/>
              <a:t> בקונפיג</a:t>
            </a:r>
          </a:p>
          <a:p>
            <a:pPr lvl="0" algn="r" rtl="1"/>
            <a:r>
              <a:rPr>
                <a:latin typeface="Courier"/>
              </a:rPr>
              <a:t>proxychains nmap -sT -Pn &lt;target&gt;</a:t>
            </a:r>
          </a:p>
          <a:p>
            <a:pPr lvl="0" algn="r" rtl="1"/>
            <a:r>
              <a:rPr/>
              <a:t>⚠️ חובה </a:t>
            </a:r>
            <a:r>
              <a:rPr>
                <a:latin typeface="Courier"/>
              </a:rPr>
              <a:t>-sT</a:t>
            </a:r>
            <a:r>
              <a:rPr/>
              <a:t> (לא SYN) ו-</a:t>
            </a:r>
            <a:r>
              <a:rPr>
                <a:latin typeface="Courier"/>
              </a:rPr>
              <a:t>-Pn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Pivoting עם Metasploit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יש Meterpreter? קל ומובנה</a:t>
            </a:r>
          </a:p>
          <a:p>
            <a:pPr lvl="0" algn="r" rtl="1"/>
            <a:r>
              <a:rPr>
                <a:latin typeface="Courier"/>
              </a:rPr>
              <a:t>run autoroute -s 10.10.10.0/24</a:t>
            </a:r>
          </a:p>
          <a:p>
            <a:pPr lvl="0" algn="r" rtl="1"/>
            <a:r>
              <a:rPr/>
              <a:t>מודולי MSF “רואים” את הרשת</a:t>
            </a:r>
          </a:p>
          <a:p>
            <a:pPr lvl="0" algn="r" rtl="1"/>
            <a:r>
              <a:rPr>
                <a:latin typeface="Courier"/>
              </a:rPr>
              <a:t>socks_proxy</a:t>
            </a:r>
            <a:r>
              <a:rPr/>
              <a:t> לכלים חיצוניים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Chisel ו-Ligolo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Chisel</a:t>
            </a:r>
            <a:r>
              <a:rPr/>
              <a:t> — מנהור מעל HTTP, בינארי יחיד</a:t>
            </a:r>
          </a:p>
          <a:p>
            <a:pPr lvl="0" algn="r" rtl="1"/>
            <a:r>
              <a:rPr>
                <a:latin typeface="Courier"/>
              </a:rPr>
              <a:t>chisel server --reverse</a:t>
            </a:r>
            <a:r>
              <a:rPr/>
              <a:t> + </a:t>
            </a:r>
            <a:r>
              <a:rPr>
                <a:latin typeface="Courier"/>
              </a:rPr>
              <a:t>client R:socks</a:t>
            </a:r>
          </a:p>
          <a:p>
            <a:pPr lvl="0" algn="r" rtl="1"/>
            <a:r>
              <a:rPr b="1"/>
              <a:t>Ligolo-ng</a:t>
            </a:r>
            <a:r>
              <a:rPr/>
              <a:t> — מודרני, ממשק tun, ללא proxychains</a:t>
            </a:r>
          </a:p>
          <a:p>
            <a:pPr lvl="0" algn="r" rtl="1"/>
            <a:r>
              <a:rPr/>
              <a:t>מצוינים כשאין SSH / למעבדות AD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סריקה דרך ה-Pivot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proxychains nmap -sT -Pn 10.10.10.0/24</a:t>
            </a:r>
          </a:p>
          <a:p>
            <a:pPr lvl="0" algn="r" rtl="1"/>
            <a:r>
              <a:rPr>
                <a:latin typeface="Courier"/>
              </a:rPr>
              <a:t>proxychains crackmapexec smb ...</a:t>
            </a:r>
          </a:p>
          <a:p>
            <a:pPr lvl="0" algn="r" rtl="1"/>
            <a:r>
              <a:rPr>
                <a:latin typeface="Courier"/>
              </a:rPr>
              <a:t>proxychains xfreerdp /v:...</a:t>
            </a:r>
          </a:p>
          <a:p>
            <a:pPr lvl="0" algn="r" rtl="1"/>
            <a:r>
              <a:rPr/>
              <a:t>חוזרים על מחזור: recon→exploit→privesc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Double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רשת שלישית שגם ה-Pivot לא רואה</a:t>
            </a:r>
          </a:p>
          <a:p>
            <a:pPr lvl="0" algn="r" rtl="1"/>
            <a:r>
              <a:rPr/>
              <a:t>משרשרים מנהרות: Kali → P1 → P2 → עמוק</a:t>
            </a:r>
          </a:p>
          <a:p>
            <a:pPr lvl="0" algn="r" rtl="1"/>
            <a:r>
              <a:rPr/>
              <a:t>נפוץ ברשתות ארגוניות רב-שכבתיות</a:t>
            </a:r>
          </a:p>
          <a:p>
            <a:pPr lvl="0" algn="r" rtl="1"/>
            <a:r>
              <a:rPr/>
              <a:t>המפתח לחדירת AD (מודול 13)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השיטות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SSH -L/-R/-D · Metasploit autoroute</a:t>
            </a:r>
          </a:p>
          <a:p>
            <a:pPr lvl="0" algn="r" rtl="1"/>
            <a:r>
              <a:rPr/>
              <a:t>Chisel (מעל HTTP) · Ligolo (tun)</a:t>
            </a:r>
          </a:p>
          <a:p>
            <a:pPr lvl="0" algn="r" rtl="1"/>
            <a:r>
              <a:rPr/>
              <a:t>proxychains = הדבק שמחבר הכול</a:t>
            </a:r>
          </a:p>
          <a:p>
            <a:pPr lvl="0" algn="r" rtl="1"/>
            <a:r>
              <a:rPr/>
              <a:t>Segmentation = ההגנה שעוצרת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Pivoting = גשר לרשת פנימית לא-נגישה</a:t>
            </a:r>
          </a:p>
          <a:p>
            <a:pPr lvl="0" algn="r" rtl="1"/>
            <a:r>
              <a:rPr/>
              <a:t>SSH -D + proxychains = הבסיס</a:t>
            </a:r>
          </a:p>
          <a:p>
            <a:pPr lvl="0" algn="r" rtl="1"/>
            <a:r>
              <a:rPr/>
              <a:t>Chisel/Metasploit/Ligolo = חלופות</a:t>
            </a:r>
          </a:p>
          <a:p>
            <a:pPr lvl="0" algn="r" rtl="1"/>
            <a:r>
              <a:rPr/>
              <a:t>Double Pivot = חדירה עמוקה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2026-09-29T10:58:22Z</dcterms:created>
  <dcterms:modified xsi:type="dcterms:W3CDTF">2026-09-29T10:58:22Z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