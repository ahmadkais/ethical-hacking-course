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6" Type="http://schemas.openxmlformats.org/officeDocument/2006/relationships/viewProps" Target="viewProps.xml" /><Relationship Id="rId1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8" Type="http://schemas.openxmlformats.org/officeDocument/2006/relationships/tableStyles" Target="tableStyles.xml" /><Relationship Id="rId1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algn="r" rtl="1"/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algn="r" rtl="1"/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r" rtl="1"/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r" rtl="1"/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 rtl="1"/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 rtl="1"/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algn="r" rtl="1"/>
            <a:r>
              <a:rPr lang="en-US"/>
              <a:t>Click to edit Master text styles</a:t>
            </a:r>
          </a:p>
          <a:p>
            <a:pPr lvl="1" algn="r" rtl="1"/>
            <a:r>
              <a:rPr lang="en-US"/>
              <a:t>Second level</a:t>
            </a:r>
          </a:p>
          <a:p>
            <a:pPr lvl="2" algn="r" rtl="1"/>
            <a:r>
              <a:rPr lang="en-US"/>
              <a:t>Third level</a:t>
            </a:r>
          </a:p>
          <a:p>
            <a:pPr lvl="3" algn="r" rtl="1"/>
            <a:r>
              <a:rPr lang="en-US"/>
              <a:t>Fourth level</a:t>
            </a:r>
          </a:p>
          <a:p>
            <a:pPr lvl="4" algn="r" rtl="1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r" rtl="1"/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r" rtl="1"/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 rtl="1"/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pPr algn="r" rtl="1"/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 algn="r" rtl="1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r" rtl="1"/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r" rtl="1"/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 rtl="1"/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 rtl="1"/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 algn="r" rtl="1"/>
            <a:r>
              <a:rPr lang="en-US"/>
              <a:t>Click to edit Master text styles</a:t>
            </a:r>
          </a:p>
          <a:p>
            <a:pPr lvl="1" algn="r" rtl="1"/>
            <a:r>
              <a:rPr lang="en-US"/>
              <a:t>Second level</a:t>
            </a:r>
          </a:p>
          <a:p>
            <a:pPr lvl="2" algn="r" rtl="1"/>
            <a:r>
              <a:rPr lang="en-US"/>
              <a:t>Third level</a:t>
            </a:r>
          </a:p>
          <a:p>
            <a:pPr lvl="3" algn="r" rtl="1"/>
            <a:r>
              <a:rPr lang="en-US"/>
              <a:t>Fourth level</a:t>
            </a:r>
          </a:p>
          <a:p>
            <a:pPr lvl="4" algn="r" rtl="1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 algn="r" rtl="1"/>
            <a:r>
              <a:rPr lang="en-US"/>
              <a:t>Click to edit Master text styles</a:t>
            </a:r>
          </a:p>
          <a:p>
            <a:pPr lvl="1" algn="r" rtl="1"/>
            <a:r>
              <a:rPr lang="en-US"/>
              <a:t>Second level</a:t>
            </a:r>
          </a:p>
          <a:p>
            <a:pPr lvl="2" algn="r" rtl="1"/>
            <a:r>
              <a:rPr lang="en-US"/>
              <a:t>Third level</a:t>
            </a:r>
          </a:p>
          <a:p>
            <a:pPr lvl="3" algn="r" rtl="1"/>
            <a:r>
              <a:rPr lang="en-US"/>
              <a:t>Fourth level</a:t>
            </a:r>
          </a:p>
          <a:p>
            <a:pPr lvl="4" algn="r" rtl="1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r" rtl="1"/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r" rtl="1"/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 rtl="1"/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pPr algn="r" rtl="1"/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 algn="r" rtl="1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 algn="r" rtl="1"/>
            <a:r>
              <a:rPr lang="en-US"/>
              <a:t>Click to edit Master text styles</a:t>
            </a:r>
          </a:p>
          <a:p>
            <a:pPr lvl="1" algn="r" rtl="1"/>
            <a:r>
              <a:rPr lang="en-US"/>
              <a:t>Second level</a:t>
            </a:r>
          </a:p>
          <a:p>
            <a:pPr lvl="2" algn="r" rtl="1"/>
            <a:r>
              <a:rPr lang="en-US"/>
              <a:t>Third level</a:t>
            </a:r>
          </a:p>
          <a:p>
            <a:pPr lvl="3" algn="r" rtl="1"/>
            <a:r>
              <a:rPr lang="en-US"/>
              <a:t>Fourth level</a:t>
            </a:r>
          </a:p>
          <a:p>
            <a:pPr lvl="4" algn="r" rtl="1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 algn="r" rtl="1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 algn="r" rtl="1"/>
            <a:r>
              <a:rPr lang="en-US"/>
              <a:t>Click to edit Master text styles</a:t>
            </a:r>
          </a:p>
          <a:p>
            <a:pPr lvl="1" algn="r" rtl="1"/>
            <a:r>
              <a:rPr lang="en-US"/>
              <a:t>Second level</a:t>
            </a:r>
          </a:p>
          <a:p>
            <a:pPr lvl="2" algn="r" rtl="1"/>
            <a:r>
              <a:rPr lang="en-US"/>
              <a:t>Third level</a:t>
            </a:r>
          </a:p>
          <a:p>
            <a:pPr lvl="3" algn="r" rtl="1"/>
            <a:r>
              <a:rPr lang="en-US"/>
              <a:t>Fourth level</a:t>
            </a:r>
          </a:p>
          <a:p>
            <a:pPr lvl="4" algn="r" rtl="1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r" rtl="1"/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r" rtl="1"/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 rtl="1"/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 rtl="1"/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r" rtl="1"/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r" rtl="1"/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 rtl="1"/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r" rtl="1"/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r" rtl="1"/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 rtl="1"/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pPr algn="r" rtl="1"/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 algn="r" rtl="1"/>
            <a:r>
              <a:rPr lang="en-US"/>
              <a:t>Click to edit Master text styles</a:t>
            </a:r>
          </a:p>
          <a:p>
            <a:pPr lvl="1" algn="r" rtl="1"/>
            <a:r>
              <a:rPr lang="en-US"/>
              <a:t>Second level</a:t>
            </a:r>
          </a:p>
          <a:p>
            <a:pPr lvl="2" algn="r" rtl="1"/>
            <a:r>
              <a:rPr lang="en-US"/>
              <a:t>Third level</a:t>
            </a:r>
          </a:p>
          <a:p>
            <a:pPr lvl="3" algn="r" rtl="1"/>
            <a:r>
              <a:rPr lang="en-US"/>
              <a:t>Fourth level</a:t>
            </a:r>
          </a:p>
          <a:p>
            <a:pPr lvl="4" algn="r" rtl="1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 algn="r" rtl="1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r" rtl="1"/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r" rtl="1"/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 rtl="1"/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pPr algn="r" rtl="1"/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pPr algn="r" rtl="1"/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 algn="r" rtl="1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r" rtl="1"/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r" rtl="1"/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 rtl="1"/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 rtl="1"/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 algn="r" rtl="1"/>
            <a:r>
              <a:rPr lang="en-US"/>
              <a:t>Click to edit Master text styles</a:t>
            </a:r>
          </a:p>
          <a:p>
            <a:pPr lvl="1" algn="r" rtl="1"/>
            <a:r>
              <a:rPr lang="en-US"/>
              <a:t>Second level</a:t>
            </a:r>
          </a:p>
          <a:p>
            <a:pPr lvl="2" algn="r" rtl="1"/>
            <a:r>
              <a:rPr lang="en-US"/>
              <a:t>Third level</a:t>
            </a:r>
          </a:p>
          <a:p>
            <a:pPr lvl="3" algn="r" rtl="1"/>
            <a:r>
              <a:rPr lang="en-US"/>
              <a:t>Fourth level</a:t>
            </a:r>
          </a:p>
          <a:p>
            <a:pPr lvl="4" algn="r" rtl="1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r" rtl="1"/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r" rtl="1"/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 rtl="1"/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pPr algn="r" rtl="1"/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 algn="r" rtl="1"/>
            <a:r>
              <a:rPr lang="en-US"/>
              <a:t>Click to edit Master text styles</a:t>
            </a:r>
          </a:p>
          <a:p>
            <a:pPr lvl="1" algn="r" rtl="1"/>
            <a:r>
              <a:rPr lang="en-US"/>
              <a:t>Second level</a:t>
            </a:r>
          </a:p>
          <a:p>
            <a:pPr lvl="2" algn="r" rtl="1"/>
            <a:r>
              <a:rPr lang="en-US"/>
              <a:t>Third level</a:t>
            </a:r>
          </a:p>
          <a:p>
            <a:pPr lvl="3" algn="r" rtl="1"/>
            <a:r>
              <a:rPr lang="en-US"/>
              <a:t>Fourth level</a:t>
            </a:r>
          </a:p>
          <a:p>
            <a:pPr lvl="4" algn="r" rtl="1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r" rtl="1"/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r" rtl="1"/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 rtl="1"/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pPr algn="r" rtl="1"/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 algn="r" rtl="1"/>
            <a:r>
              <a:rPr lang="en-US"/>
              <a:t>Click to edit Master text styles</a:t>
            </a:r>
          </a:p>
          <a:p>
            <a:pPr lvl="1" algn="r" rtl="1"/>
            <a:r>
              <a:rPr lang="en-US"/>
              <a:t>Second level</a:t>
            </a:r>
          </a:p>
          <a:p>
            <a:pPr lvl="2" algn="r" rtl="1"/>
            <a:r>
              <a:rPr lang="en-US"/>
              <a:t>Third level</a:t>
            </a:r>
          </a:p>
          <a:p>
            <a:pPr lvl="3" algn="r" rtl="1"/>
            <a:r>
              <a:rPr lang="en-US"/>
              <a:t>Fourth level</a:t>
            </a:r>
          </a:p>
          <a:p>
            <a:pPr lvl="4" algn="r" rtl="1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algn="r" rtl="1"/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algn="r" rtl="1"/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algn="r" rtl="1"/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marL="0" lvl="0" indent="0" algn="r" rtl="1">
              <a:buNone/>
            </a:pPr>
            <a:r>
              <a:rPr/>
              <a:t>מבוא, מעבדה ומתודולוגיה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 algn="r" rtl="1">
              <a:buNone/>
            </a:pPr>
            <a:r>
              <a:rPr/>
              <a:t>מודול 1 — האקינג אתי מהיסוד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algn="r" rtl="1"/>
            <a:r>
              <a:rPr/>
              <a:t>מהו האקינג אתי + CIA Triad</a:t>
            </a:r>
          </a:p>
          <a:p>
            <a:pPr lvl="0" algn="r" rtl="1"/>
            <a:r>
              <a:rPr/>
              <a:t>סוגי האקרים וסוגי בדיקות</a:t>
            </a:r>
          </a:p>
          <a:p>
            <a:pPr lvl="0" algn="r" rtl="1"/>
            <a:r>
              <a:rPr/>
              <a:t>טרמינולוגיה ומתודולוגיית 5 השלבים</a:t>
            </a:r>
          </a:p>
          <a:p>
            <a:pPr lvl="0" algn="r" rtl="1"/>
            <a:r>
              <a:rPr/>
              <a:t>הקמת מעבדה + Kali Linux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 algn="r" rtl="1">
              <a:buNone/>
            </a:pPr>
            <a:r>
              <a:rPr/>
              <a:t>מהו האקינג אתי?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algn="r" rtl="1"/>
            <a:r>
              <a:rPr/>
              <a:t>בדיקה </a:t>
            </a:r>
            <a:r>
              <a:rPr b="1"/>
              <a:t>מורשית</a:t>
            </a:r>
            <a:r>
              <a:rPr/>
              <a:t> למציאת חולשות לפני התוקף</a:t>
            </a:r>
          </a:p>
          <a:p>
            <a:pPr lvl="0" algn="r" rtl="1"/>
            <a:r>
              <a:rPr/>
              <a:t>אותם כלים של התוקף — אך בהרשאה ולמטרת הגנה</a:t>
            </a:r>
          </a:p>
          <a:p>
            <a:pPr lvl="0" algn="r" rtl="1"/>
            <a:r>
              <a:rPr/>
              <a:t>ההבדל: </a:t>
            </a:r>
            <a:r>
              <a:rPr b="1"/>
              <a:t>הרשאה</a:t>
            </a:r>
            <a:r>
              <a:rPr/>
              <a:t> + </a:t>
            </a:r>
            <a:r>
              <a:rPr b="1"/>
              <a:t>כוונה</a:t>
            </a:r>
            <a:r>
              <a:rPr/>
              <a:t>, לא הכלים</a:t>
            </a:r>
          </a:p>
          <a:p>
            <a:pPr lvl="0" algn="r" rtl="1"/>
            <a:r>
              <a:rPr/>
              <a:t>⚠️ ללא אישור בכתב = עבירה פלילית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 algn="r" rtl="1">
              <a:buNone/>
            </a:pPr>
            <a:r>
              <a:rPr/>
              <a:t>CIA Triad — שלושת עמודי התווך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algn="r" rtl="1"/>
            <a:r>
              <a:rPr b="1"/>
              <a:t>Confidentiality</a:t>
            </a:r>
            <a:r>
              <a:rPr/>
              <a:t> (סודיות) — רק מורשים רואים</a:t>
            </a:r>
          </a:p>
          <a:p>
            <a:pPr lvl="0" algn="r" rtl="1"/>
            <a:r>
              <a:rPr b="1"/>
              <a:t>Integrity</a:t>
            </a:r>
            <a:r>
              <a:rPr/>
              <a:t> (שלמות) — המידע לא שונה</a:t>
            </a:r>
          </a:p>
          <a:p>
            <a:pPr lvl="0" algn="r" rtl="1"/>
            <a:r>
              <a:rPr b="1"/>
              <a:t>Availability</a:t>
            </a:r>
            <a:r>
              <a:rPr/>
              <a:t> (זמינות) — המערכת זמינה</a:t>
            </a:r>
          </a:p>
          <a:p>
            <a:pPr lvl="0" algn="r" rtl="1"/>
            <a:r>
              <a:rPr/>
              <a:t>כל ממצא מסווג לפי העיקרון שנפגע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 algn="r" rtl="1">
              <a:buNone/>
            </a:pPr>
            <a:r>
              <a:rPr/>
              <a:t>סוגי האקרים (Threat Actors)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algn="r" rtl="1"/>
            <a:r>
              <a:rPr b="1"/>
              <a:t>White Hat</a:t>
            </a:r>
            <a:r>
              <a:rPr/>
              <a:t> — אתי, בהרשאה (זה אנחנו)</a:t>
            </a:r>
          </a:p>
          <a:p>
            <a:pPr lvl="0" algn="r" rtl="1"/>
            <a:r>
              <a:rPr b="1"/>
              <a:t>Black Hat</a:t>
            </a:r>
            <a:r>
              <a:rPr/>
              <a:t> — זדוני, ללא הרשאה</a:t>
            </a:r>
          </a:p>
          <a:p>
            <a:pPr lvl="0" algn="r" rtl="1"/>
            <a:r>
              <a:rPr b="1"/>
              <a:t>Grey Hat</a:t>
            </a:r>
            <a:r>
              <a:rPr/>
              <a:t> — ללא הרשאה, ללא זדון</a:t>
            </a:r>
          </a:p>
          <a:p>
            <a:pPr lvl="0" algn="r" rtl="1"/>
            <a:r>
              <a:rPr b="1"/>
              <a:t>Script Kiddie · Hacktivist · APT · Insider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 algn="r" rtl="1">
              <a:buNone/>
            </a:pPr>
            <a:r>
              <a:rPr/>
              <a:t>סוגי בדיקות חדירה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algn="r" rtl="1"/>
            <a:r>
              <a:rPr b="1"/>
              <a:t>Black Box</a:t>
            </a:r>
            <a:r>
              <a:rPr/>
              <a:t> — מידע מינימלי (תוקף חיצוני)</a:t>
            </a:r>
          </a:p>
          <a:p>
            <a:pPr lvl="0" algn="r" rtl="1"/>
            <a:r>
              <a:rPr b="1"/>
              <a:t>White Box</a:t>
            </a:r>
            <a:r>
              <a:rPr/>
              <a:t> — גישה מלאה (קוד, פרטים)</a:t>
            </a:r>
          </a:p>
          <a:p>
            <a:pPr lvl="0" algn="r" rtl="1"/>
            <a:r>
              <a:rPr b="1"/>
              <a:t>Grey Box</a:t>
            </a:r>
            <a:r>
              <a:rPr/>
              <a:t> — מידע חלקי (הנפוץ ביותר)</a:t>
            </a:r>
          </a:p>
          <a:p>
            <a:pPr lvl="0" algn="r" rtl="1"/>
            <a:r>
              <a:rPr/>
              <a:t>Engagements: External · Internal · Web · Wireless · Social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 algn="r" rtl="1">
              <a:buNone/>
            </a:pPr>
            <a:r>
              <a:rPr/>
              <a:t>טרמינולוגיה — הנוסחה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algn="r" rtl="1"/>
            <a:r>
              <a:rPr b="1"/>
              <a:t>Vulnerability</a:t>
            </a:r>
            <a:r>
              <a:rPr/>
              <a:t> — הפגם (מנעול פגום)</a:t>
            </a:r>
          </a:p>
          <a:p>
            <a:pPr lvl="0" algn="r" rtl="1"/>
            <a:r>
              <a:rPr b="1"/>
              <a:t>Exploit</a:t>
            </a:r>
            <a:r>
              <a:rPr/>
              <a:t> — ניצול הפגם (שיטת הפריצה)</a:t>
            </a:r>
          </a:p>
          <a:p>
            <a:pPr lvl="0" algn="r" rtl="1"/>
            <a:r>
              <a:rPr b="1"/>
              <a:t>Payload</a:t>
            </a:r>
            <a:r>
              <a:rPr/>
              <a:t> — מה שרץ אחרי (הפעולה בפנים)</a:t>
            </a:r>
          </a:p>
          <a:p>
            <a:pPr lvl="0" algn="r" rtl="1"/>
            <a:r>
              <a:rPr>
                <a:latin typeface="Courier"/>
              </a:rPr>
              <a:t>Vulnerability + Exploit + Payload = גישה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 algn="r" rtl="1">
              <a:buNone/>
            </a:pPr>
            <a:r>
              <a:rPr/>
              <a:t>חמשת שלבי ההאקינג האתי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algn="r" rtl="1"/>
            <a:r>
              <a:rPr b="1"/>
              <a:t>1. Reconnaissance</a:t>
            </a:r>
            <a:r>
              <a:rPr/>
              <a:t> — איסוף מידע (פסיבי/אקטיבי)</a:t>
            </a:r>
          </a:p>
          <a:p>
            <a:pPr lvl="0" algn="r" rtl="1"/>
            <a:r>
              <a:rPr b="1"/>
              <a:t>2. Scanning &amp; Enumeration</a:t>
            </a:r>
            <a:r>
              <a:rPr/>
              <a:t> — פורטים ושירותים</a:t>
            </a:r>
          </a:p>
          <a:p>
            <a:pPr lvl="0" algn="r" rtl="1"/>
            <a:r>
              <a:rPr b="1"/>
              <a:t>3. Gaining Access</a:t>
            </a:r>
            <a:r>
              <a:rPr/>
              <a:t> — ניצול חולשה</a:t>
            </a:r>
          </a:p>
          <a:p>
            <a:pPr lvl="0" algn="r" rtl="1"/>
            <a:r>
              <a:rPr b="1"/>
              <a:t>4. Maintaining Access</a:t>
            </a:r>
            <a:r>
              <a:rPr/>
              <a:t> — שמירת גישה</a:t>
            </a:r>
          </a:p>
          <a:p>
            <a:pPr lvl="0" algn="r" rtl="1"/>
            <a:r>
              <a:rPr b="1"/>
              <a:t>5. Covering Tracks</a:t>
            </a:r>
            <a:r>
              <a:rPr/>
              <a:t> — טשטוש עקבות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 algn="r" rtl="1">
              <a:buNone/>
            </a:pPr>
            <a:r>
              <a:rPr/>
              <a:t>היבטים משפטיים — לפני כל בדיקה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algn="r" rtl="1"/>
            <a:r>
              <a:rPr b="1"/>
              <a:t>Scope</a:t>
            </a:r>
            <a:r>
              <a:rPr/>
              <a:t> — מה מותר לתקוף</a:t>
            </a:r>
          </a:p>
          <a:p>
            <a:pPr lvl="0" algn="r" rtl="1"/>
            <a:r>
              <a:rPr b="1"/>
              <a:t>RoE</a:t>
            </a:r>
            <a:r>
              <a:rPr/>
              <a:t> — כללי ההתקשרות</a:t>
            </a:r>
          </a:p>
          <a:p>
            <a:pPr lvl="0" algn="r" rtl="1"/>
            <a:r>
              <a:rPr b="1"/>
              <a:t>NDA</a:t>
            </a:r>
            <a:r>
              <a:rPr/>
              <a:t> — הסכם סודיות</a:t>
            </a:r>
          </a:p>
          <a:p>
            <a:pPr lvl="0" algn="r" rtl="1"/>
            <a:r>
              <a:rPr b="1"/>
              <a:t>מכתב הרשאה</a:t>
            </a:r>
            <a:r>
              <a:rPr/>
              <a:t> — הוכחת חוקיות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 algn="r" rtl="1">
              <a:buNone/>
            </a:pPr>
            <a:r>
              <a:rPr/>
              <a:t>הקמת המעבדה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algn="r" rtl="1"/>
            <a:r>
              <a:rPr b="1"/>
              <a:t>Hypervisor</a:t>
            </a:r>
            <a:r>
              <a:rPr/>
              <a:t> — VMware / VirtualBox (חינמי)</a:t>
            </a:r>
          </a:p>
          <a:p>
            <a:pPr lvl="0" algn="r" rtl="1"/>
            <a:r>
              <a:rPr b="1"/>
              <a:t>תוקף</a:t>
            </a:r>
            <a:r>
              <a:rPr/>
              <a:t> — Kali Linux · </a:t>
            </a:r>
            <a:r>
              <a:rPr b="1"/>
              <a:t>מטרות</a:t>
            </a:r>
            <a:r>
              <a:rPr/>
              <a:t> — Metasploitable, Kioptrix</a:t>
            </a:r>
          </a:p>
          <a:p>
            <a:pPr lvl="0" algn="r" rtl="1"/>
            <a:r>
              <a:rPr/>
              <a:t>רשת: </a:t>
            </a:r>
            <a:r>
              <a:rPr b="1"/>
              <a:t>NAT / Host-Only</a:t>
            </a:r>
            <a:r>
              <a:rPr/>
              <a:t> (לא Bridged!) 🔒</a:t>
            </a:r>
          </a:p>
          <a:p>
            <a:pPr lvl="0" algn="r" rtl="1"/>
            <a:r>
              <a:rPr b="1"/>
              <a:t>Snapshot</a:t>
            </a:r>
            <a:r>
              <a:rPr/>
              <a:t> נקי מיד אחרי התקנה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 algn="r" rtl="1">
              <a:buNone/>
            </a:pPr>
            <a:r>
              <a:rPr/>
              <a:t>Kali Linux — סקירה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algn="r" rtl="1"/>
            <a:r>
              <a:rPr/>
              <a:t>הפצת Debian לבדיקות חדירה, 600+ כלים</a:t>
            </a:r>
          </a:p>
          <a:p>
            <a:pPr lvl="0" algn="r" rtl="1"/>
            <a:r>
              <a:rPr/>
              <a:t>עדכון: </a:t>
            </a:r>
            <a:r>
              <a:rPr>
                <a:latin typeface="Courier"/>
              </a:rPr>
              <a:t>sudo apt update &amp;&amp; sudo apt full-upgrade -y</a:t>
            </a:r>
          </a:p>
          <a:p>
            <a:pPr lvl="0" algn="r" rtl="1"/>
            <a:r>
              <a:rPr b="1"/>
              <a:t>Terminal</a:t>
            </a:r>
            <a:r>
              <a:rPr/>
              <a:t> = סביבת העבודה המרכזית</a:t>
            </a:r>
          </a:p>
          <a:p>
            <a:pPr lvl="0" algn="r" rtl="1"/>
            <a:r>
              <a:rPr/>
              <a:t>wordlists ב-</a:t>
            </a:r>
            <a:r>
              <a:rPr>
                <a:latin typeface="Courier"/>
              </a:rPr>
              <a:t>/usr/share/wordlists</a:t>
            </a:r>
            <a:r>
              <a:rPr/>
              <a:t> (rockyou)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 algn="r" rtl="1">
              <a:buNone/>
            </a:pPr>
            <a:r>
              <a:rPr/>
              <a:t>קטגוריות הכלים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algn="r" rtl="1"/>
            <a:r>
              <a:rPr/>
              <a:t>Information Gathering — nmap</a:t>
            </a:r>
          </a:p>
          <a:p>
            <a:pPr lvl="0" algn="r" rtl="1"/>
            <a:r>
              <a:rPr/>
              <a:t>Vulnerability Analysis — nikto, Nessus</a:t>
            </a:r>
          </a:p>
          <a:p>
            <a:pPr lvl="0" algn="r" rtl="1"/>
            <a:r>
              <a:rPr/>
              <a:t>Web — Burp Suite · Passwords — hydra</a:t>
            </a:r>
          </a:p>
          <a:p>
            <a:pPr lvl="0" algn="r" rtl="1"/>
            <a:r>
              <a:rPr/>
              <a:t>Exploitation — Metasploit</a:t>
            </a:r>
          </a:p>
          <a:p>
            <a:pPr lvl="0" algn="r" rtl="1"/>
            <a:r>
              <a:rPr/>
              <a:t>Sniffing — Wireshark · Post-Exp — mimikatz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 algn="r" rtl="1">
              <a:buNone/>
            </a:pPr>
            <a:r>
              <a:rPr/>
              <a:t>סיכום מודול 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algn="r" rtl="1"/>
            <a:r>
              <a:rPr/>
              <a:t>האקינג אתי = בדיקה מורשית המגנה על ה-CIA</a:t>
            </a:r>
          </a:p>
          <a:p>
            <a:pPr lvl="0" algn="r" rtl="1"/>
            <a:r>
              <a:rPr/>
              <a:t>מכירים סוגי האקרים, בדיקות וטרמינולוגיה</a:t>
            </a:r>
          </a:p>
          <a:p>
            <a:pPr lvl="0" algn="r" rtl="1"/>
            <a:r>
              <a:rPr/>
              <a:t>5 השלבים = הלב של הקורס</a:t>
            </a:r>
          </a:p>
          <a:p>
            <a:pPr lvl="0" algn="r" rtl="1"/>
            <a:r>
              <a:rPr/>
              <a:t>מעבדה מבודדת + Kali מוכנים</a:t>
            </a:r>
          </a:p>
          <a:p>
            <a:pPr lvl="0" algn="r" rtl="1"/>
            <a:r>
              <a:rPr b="1"/>
              <a:t>תרגילים</a:t>
            </a:r>
            <a:r>
              <a:rPr/>
              <a:t> → </a:t>
            </a:r>
            <a:r>
              <a:rPr>
                <a:latin typeface="Courier"/>
              </a:rPr>
              <a:t>missions.md</a:t>
            </a:r>
            <a:r>
              <a:rPr/>
              <a:t> · </a:t>
            </a:r>
            <a:r>
              <a:rPr b="1"/>
              <a:t>פתרונות</a:t>
            </a:r>
            <a:r>
              <a:rPr/>
              <a:t> → </a:t>
            </a:r>
            <a:r>
              <a:rPr>
                <a:latin typeface="Courier"/>
              </a:rPr>
              <a:t>solutions.md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2026-08-30T16:23:29Z</dcterms:created>
  <dcterms:modified xsi:type="dcterms:W3CDTF">2026-08-30T16:23:29Z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