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מבוא, מעבדה ומתודולוגיה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מהו האקינג אתי + CIA Triad</a:t>
            </a:r>
          </a:p>
          <a:p>
            <a:pPr lvl="0" algn="r" rtl="1"/>
            <a:r>
              <a:rPr/>
              <a:t>סוגי האקרים וסוגי בדיקות</a:t>
            </a:r>
          </a:p>
          <a:p>
            <a:pPr lvl="0" algn="r" rtl="1"/>
            <a:r>
              <a:rPr/>
              <a:t>טרמינולוגיה ומתודולוגיית 5 השלבים</a:t>
            </a:r>
          </a:p>
          <a:p>
            <a:pPr lvl="0" algn="r" rtl="1"/>
            <a:r>
              <a:rPr/>
              <a:t>הקמת מעבדה + Kali Linux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🎬 סיפורים שישנו את העולם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תולעת מוריס (1988)</a:t>
            </a:r>
            <a:r>
              <a:rPr/>
              <a:t> — שיתקה 10% מהאינטרנט</a:t>
            </a:r>
          </a:p>
          <a:p>
            <a:pPr lvl="0" algn="r" rtl="1"/>
            <a:r>
              <a:rPr b="1"/>
              <a:t>ILOVEYOU (2000)</a:t>
            </a:r>
            <a:r>
              <a:rPr/>
              <a:t> — 50M מחשבים ב-10 ימים</a:t>
            </a:r>
          </a:p>
          <a:p>
            <a:pPr lvl="0" algn="r" rtl="1"/>
            <a:r>
              <a:rPr b="1"/>
              <a:t>Stuxnet (2010)</a:t>
            </a:r>
            <a:r>
              <a:rPr/>
              <a:t> — קוד שהרס צנטריפוגות</a:t>
            </a:r>
          </a:p>
          <a:p>
            <a:pPr lvl="0" algn="r" rtl="1"/>
            <a:r>
              <a:rPr b="1"/>
              <a:t>WannaCry (2017)</a:t>
            </a:r>
            <a:r>
              <a:rPr/>
              <a:t> — שיתקה בתי חולים (SMB!)</a:t>
            </a:r>
          </a:p>
          <a:p>
            <a:pPr lvl="0" algn="r" rtl="1"/>
            <a:r>
              <a:rPr b="1"/>
              <a:t>Mirai (2016)</a:t>
            </a:r>
            <a:r>
              <a:rPr/>
              <a:t> — צבא מצלמות עם </a:t>
            </a:r>
            <a:r>
              <a:rPr>
                <a:latin typeface="Courier"/>
              </a:rPr>
              <a:t>admin/admin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בכל סיפור — האקר אתי היה מונע את האסון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Bug Bounty: Google/Facebook </a:t>
            </a:r>
            <a:r>
              <a:rPr b="1"/>
              <a:t>משלמות</a:t>
            </a:r>
            <a:r>
              <a:rPr/>
              <a:t> על חולשות</a:t>
            </a:r>
          </a:p>
          <a:p>
            <a:pPr lvl="0" algn="r" rtl="1"/>
            <a:r>
              <a:rPr/>
              <a:t>מחסור עולמי במיליוני אנשי אבטחה</a:t>
            </a:r>
          </a:p>
          <a:p>
            <a:pPr lvl="0" algn="r" rtl="1"/>
            <a:r>
              <a:rPr/>
              <a:t>אתם מתחילים מאפס → בדיקת חדירות מלאה 🚀</a:t>
            </a:r>
          </a:p>
          <a:p>
            <a:pPr lvl="0" algn="r" rtl="1"/>
            <a:r>
              <a:rPr b="1"/>
              <a:t>זה</a:t>
            </a:r>
            <a:r>
              <a:rPr/>
              <a:t> מה שנלמד לעשות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מהו האקינג אתי?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בדיקה </a:t>
            </a:r>
            <a:r>
              <a:rPr b="1"/>
              <a:t>מורשית</a:t>
            </a:r>
            <a:r>
              <a:rPr/>
              <a:t> למציאת חולשות לפני התוקף</a:t>
            </a:r>
          </a:p>
          <a:p>
            <a:pPr lvl="0" algn="r" rtl="1"/>
            <a:r>
              <a:rPr/>
              <a:t>אותם כלים של התוקף — אך בהרשאה ולמטרת הגנה</a:t>
            </a:r>
          </a:p>
          <a:p>
            <a:pPr lvl="0" algn="r" rtl="1"/>
            <a:r>
              <a:rPr/>
              <a:t>ההבדל: </a:t>
            </a:r>
            <a:r>
              <a:rPr b="1"/>
              <a:t>הרשאה</a:t>
            </a:r>
            <a:r>
              <a:rPr/>
              <a:t> + </a:t>
            </a:r>
            <a:r>
              <a:rPr b="1"/>
              <a:t>כוונה</a:t>
            </a:r>
            <a:r>
              <a:rPr/>
              <a:t>, לא הכלים</a:t>
            </a:r>
          </a:p>
          <a:p>
            <a:pPr lvl="0" algn="r" rtl="1"/>
            <a:r>
              <a:rPr/>
              <a:t>⚠️ ללא אישור בכתב = עבירה פלילית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CIA Triad — שלושת עמודי התווך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Confidentiality</a:t>
            </a:r>
            <a:r>
              <a:rPr/>
              <a:t> (סודיות) — רק מורשים רואים</a:t>
            </a:r>
          </a:p>
          <a:p>
            <a:pPr lvl="0" algn="r" rtl="1"/>
            <a:r>
              <a:rPr b="1"/>
              <a:t>Integrity</a:t>
            </a:r>
            <a:r>
              <a:rPr/>
              <a:t> (שלמות) — המידע לא שונה</a:t>
            </a:r>
          </a:p>
          <a:p>
            <a:pPr lvl="0" algn="r" rtl="1"/>
            <a:r>
              <a:rPr b="1"/>
              <a:t>Availability</a:t>
            </a:r>
            <a:r>
              <a:rPr/>
              <a:t> (זמינות) — המערכת זמינה</a:t>
            </a:r>
          </a:p>
          <a:p>
            <a:pPr lvl="0" algn="r" rtl="1"/>
            <a:r>
              <a:rPr/>
              <a:t>כל ממצא מסווג לפי העיקרון שנפגע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האקרים (Threat Actors)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White Hat</a:t>
            </a:r>
            <a:r>
              <a:rPr/>
              <a:t> — אתי, בהרשאה (זה אנחנו)</a:t>
            </a:r>
          </a:p>
          <a:p>
            <a:pPr lvl="0" algn="r" rtl="1"/>
            <a:r>
              <a:rPr b="1"/>
              <a:t>Black Hat</a:t>
            </a:r>
            <a:r>
              <a:rPr/>
              <a:t> — זדוני, ללא הרשאה</a:t>
            </a:r>
          </a:p>
          <a:p>
            <a:pPr lvl="0" algn="r" rtl="1"/>
            <a:r>
              <a:rPr b="1"/>
              <a:t>Grey Hat</a:t>
            </a:r>
            <a:r>
              <a:rPr/>
              <a:t> — ללא הרשאה, ללא זדון</a:t>
            </a:r>
          </a:p>
          <a:p>
            <a:pPr lvl="0" algn="r" rtl="1"/>
            <a:r>
              <a:rPr b="1"/>
              <a:t>Script Kiddie · Hacktivist · APT · Insider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בדיקות חדירה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Black Box</a:t>
            </a:r>
            <a:r>
              <a:rPr/>
              <a:t> — מידע מינימלי (תוקף חיצוני)</a:t>
            </a:r>
          </a:p>
          <a:p>
            <a:pPr lvl="0" algn="r" rtl="1"/>
            <a:r>
              <a:rPr b="1"/>
              <a:t>White Box</a:t>
            </a:r>
            <a:r>
              <a:rPr/>
              <a:t> — גישה מלאה (קוד, פרטים)</a:t>
            </a:r>
          </a:p>
          <a:p>
            <a:pPr lvl="0" algn="r" rtl="1"/>
            <a:r>
              <a:rPr b="1"/>
              <a:t>Grey Box</a:t>
            </a:r>
            <a:r>
              <a:rPr/>
              <a:t> — מידע חלקי (הנפוץ ביותר)</a:t>
            </a:r>
          </a:p>
          <a:p>
            <a:pPr lvl="0" algn="r" rtl="1"/>
            <a:r>
              <a:rPr/>
              <a:t>Engagements: External · Internal · Web · Wireless · Social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טרמינולוגיה — הנוסחה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Vulnerability</a:t>
            </a:r>
            <a:r>
              <a:rPr/>
              <a:t> — הפגם (מנעול פגום)</a:t>
            </a:r>
          </a:p>
          <a:p>
            <a:pPr lvl="0" algn="r" rtl="1"/>
            <a:r>
              <a:rPr b="1"/>
              <a:t>Exploit</a:t>
            </a:r>
            <a:r>
              <a:rPr/>
              <a:t> — ניצול הפגם (שיטת הפריצה)</a:t>
            </a:r>
          </a:p>
          <a:p>
            <a:pPr lvl="0" algn="r" rtl="1"/>
            <a:r>
              <a:rPr b="1"/>
              <a:t>Payload</a:t>
            </a:r>
            <a:r>
              <a:rPr/>
              <a:t> — מה שרץ אחרי (הפעולה בפנים)</a:t>
            </a:r>
          </a:p>
          <a:p>
            <a:pPr lvl="0" algn="r" rtl="1"/>
            <a:r>
              <a:rPr>
                <a:latin typeface="Courier"/>
              </a:rPr>
              <a:t>Vulnerability + Exploit + Payload = גישה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חמשת שלבי ההאקינג האתי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1. Reconnaissance</a:t>
            </a:r>
            <a:r>
              <a:rPr/>
              <a:t> — איסוף מידע (פסיבי/אקטיבי)</a:t>
            </a:r>
          </a:p>
          <a:p>
            <a:pPr lvl="0" algn="r" rtl="1"/>
            <a:r>
              <a:rPr b="1"/>
              <a:t>2. Scanning &amp; Enumeration</a:t>
            </a:r>
            <a:r>
              <a:rPr/>
              <a:t> — פורטים ושירותים</a:t>
            </a:r>
          </a:p>
          <a:p>
            <a:pPr lvl="0" algn="r" rtl="1"/>
            <a:r>
              <a:rPr b="1"/>
              <a:t>3. Gaining Access</a:t>
            </a:r>
            <a:r>
              <a:rPr/>
              <a:t> — ניצול חולשה</a:t>
            </a:r>
          </a:p>
          <a:p>
            <a:pPr lvl="0" algn="r" rtl="1"/>
            <a:r>
              <a:rPr b="1"/>
              <a:t>4. Maintaining Access</a:t>
            </a:r>
            <a:r>
              <a:rPr/>
              <a:t> — שמירת גישה</a:t>
            </a:r>
          </a:p>
          <a:p>
            <a:pPr lvl="0" algn="r" rtl="1"/>
            <a:r>
              <a:rPr b="1"/>
              <a:t>5. Covering Tracks</a:t>
            </a:r>
            <a:r>
              <a:rPr/>
              <a:t> — טשטוש עקבות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היבטים משפטיים — לפני כל בדיקה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Scope</a:t>
            </a:r>
            <a:r>
              <a:rPr/>
              <a:t> — מה מותר לתקוף</a:t>
            </a:r>
          </a:p>
          <a:p>
            <a:pPr lvl="0" algn="r" rtl="1"/>
            <a:r>
              <a:rPr b="1"/>
              <a:t>RoE</a:t>
            </a:r>
            <a:r>
              <a:rPr/>
              <a:t> — כללי ההתקשרות</a:t>
            </a:r>
          </a:p>
          <a:p>
            <a:pPr lvl="0" algn="r" rtl="1"/>
            <a:r>
              <a:rPr b="1"/>
              <a:t>NDA</a:t>
            </a:r>
            <a:r>
              <a:rPr/>
              <a:t> — הסכם סודיות</a:t>
            </a:r>
          </a:p>
          <a:p>
            <a:pPr lvl="0" algn="r" rtl="1"/>
            <a:r>
              <a:rPr b="1"/>
              <a:t>מכתב הרשאה</a:t>
            </a:r>
            <a:r>
              <a:rPr/>
              <a:t> — הוכחת חוקיות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הקמת המעבדה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Hypervisor</a:t>
            </a:r>
            <a:r>
              <a:rPr/>
              <a:t> — VMware / VirtualBox (חינמי)</a:t>
            </a:r>
          </a:p>
          <a:p>
            <a:pPr lvl="0" algn="r" rtl="1"/>
            <a:r>
              <a:rPr b="1"/>
              <a:t>תוקף</a:t>
            </a:r>
            <a:r>
              <a:rPr/>
              <a:t> — Kali Linux · </a:t>
            </a:r>
            <a:r>
              <a:rPr b="1"/>
              <a:t>מטרות</a:t>
            </a:r>
            <a:r>
              <a:rPr/>
              <a:t> — Metasploitable, Kioptrix</a:t>
            </a:r>
          </a:p>
          <a:p>
            <a:pPr lvl="0" algn="r" rtl="1"/>
            <a:r>
              <a:rPr/>
              <a:t>רשת: </a:t>
            </a:r>
            <a:r>
              <a:rPr b="1"/>
              <a:t>NAT / Host-Only</a:t>
            </a:r>
            <a:r>
              <a:rPr/>
              <a:t> (לא Bridged!) 🔒</a:t>
            </a:r>
          </a:p>
          <a:p>
            <a:pPr lvl="0" algn="r" rtl="1"/>
            <a:r>
              <a:rPr b="1"/>
              <a:t>Snapshot</a:t>
            </a:r>
            <a:r>
              <a:rPr/>
              <a:t> נקי מיד אחרי התקנה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Kali Linux — סקירה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הפצת Debian לבדיקות חדירה, 600+ כלים</a:t>
            </a:r>
          </a:p>
          <a:p>
            <a:pPr lvl="0" algn="r" rtl="1"/>
            <a:r>
              <a:rPr/>
              <a:t>עדכון: </a:t>
            </a:r>
            <a:r>
              <a:rPr>
                <a:latin typeface="Courier"/>
              </a:rPr>
              <a:t>sudo apt update &amp;&amp; sudo apt full-upgrade -y</a:t>
            </a:r>
          </a:p>
          <a:p>
            <a:pPr lvl="0" algn="r" rtl="1"/>
            <a:r>
              <a:rPr b="1"/>
              <a:t>Terminal</a:t>
            </a:r>
            <a:r>
              <a:rPr/>
              <a:t> = סביבת העבודה המרכזית</a:t>
            </a:r>
          </a:p>
          <a:p>
            <a:pPr lvl="0" algn="r" rtl="1"/>
            <a:r>
              <a:rPr/>
              <a:t>wordlists ב-</a:t>
            </a:r>
            <a:r>
              <a:rPr>
                <a:latin typeface="Courier"/>
              </a:rPr>
              <a:t>/usr/share/wordlists</a:t>
            </a:r>
            <a:r>
              <a:rPr/>
              <a:t> (rockyou)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קטגוריות הכלים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Information Gathering — nmap</a:t>
            </a:r>
          </a:p>
          <a:p>
            <a:pPr lvl="0" algn="r" rtl="1"/>
            <a:r>
              <a:rPr/>
              <a:t>Vulnerability Analysis — nikto, Nessus</a:t>
            </a:r>
          </a:p>
          <a:p>
            <a:pPr lvl="0" algn="r" rtl="1"/>
            <a:r>
              <a:rPr/>
              <a:t>Web — Burp Suite · Passwords — hydra</a:t>
            </a:r>
          </a:p>
          <a:p>
            <a:pPr lvl="0" algn="r" rtl="1"/>
            <a:r>
              <a:rPr/>
              <a:t>Exploitation — Metasploit</a:t>
            </a:r>
          </a:p>
          <a:p>
            <a:pPr lvl="0" algn="r" rtl="1"/>
            <a:r>
              <a:rPr/>
              <a:t>Sniffing — Wireshark · Post-Exp — mimikatz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האקינג אתי = בדיקה מורשית המגנה על ה-CIA</a:t>
            </a:r>
          </a:p>
          <a:p>
            <a:pPr lvl="0" algn="r" rtl="1"/>
            <a:r>
              <a:rPr/>
              <a:t>מכירים סוגי האקרים, בדיקות וטרמינולוגיה</a:t>
            </a:r>
          </a:p>
          <a:p>
            <a:pPr lvl="0" algn="r" rtl="1"/>
            <a:r>
              <a:rPr/>
              <a:t>5 השלבים = הלב של הקורס</a:t>
            </a:r>
          </a:p>
          <a:p>
            <a:pPr lvl="0" algn="r" rtl="1"/>
            <a:r>
              <a:rPr/>
              <a:t>מעבדה מבודדת + Kali מוכנים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2026-08-31T08:41:53Z</dcterms:created>
  <dcterms:modified xsi:type="dcterms:W3CDTF">2026-08-31T08:41:53Z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