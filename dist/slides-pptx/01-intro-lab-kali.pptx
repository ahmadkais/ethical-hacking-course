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מבוא, מעבדה ו-Kali Linux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מהו האקינג אתי (Ethical Hacking)?</a:t>
            </a:r>
          </a:p>
          <a:p>
            <a:pPr lvl="0" algn="r" rtl="1"/>
            <a:r>
              <a:rPr/>
              <a:t>חמשת שלבי התקיפה (Five Stages)</a:t>
            </a:r>
          </a:p>
          <a:p>
            <a:pPr lvl="0" algn="r" rtl="1"/>
            <a:r>
              <a:rPr/>
              <a:t>הקמת מעבדה וירטואלית (Lab)</a:t>
            </a:r>
          </a:p>
          <a:p>
            <a:pPr lvl="0" algn="r" rtl="1"/>
            <a:r>
              <a:rPr/>
              <a:t>היכרות עם Kali Linux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מהו האקינג אתי?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בדיקה </a:t>
            </a:r>
            <a:r>
              <a:rPr b="1"/>
              <a:t>מורשית</a:t>
            </a:r>
            <a:r>
              <a:rPr/>
              <a:t> של מערכת למציאת חולשות (Vulnerabilities)</a:t>
            </a:r>
          </a:p>
          <a:p>
            <a:pPr lvl="0" algn="r" rtl="1"/>
            <a:r>
              <a:rPr/>
              <a:t>אותם כלים של התוקף — אך בהרשאה ולמטרת הגנה</a:t>
            </a:r>
          </a:p>
          <a:p>
            <a:pPr lvl="0" algn="r" rtl="1"/>
            <a:r>
              <a:rPr/>
              <a:t>ההבדל: </a:t>
            </a:r>
            <a:r>
              <a:rPr b="1"/>
              <a:t>הרשאה</a:t>
            </a:r>
            <a:r>
              <a:rPr/>
              <a:t> + </a:t>
            </a:r>
            <a:r>
              <a:rPr b="1"/>
              <a:t>כוונה</a:t>
            </a:r>
            <a:r>
              <a:rPr/>
              <a:t>, לא הכלים</a:t>
            </a:r>
          </a:p>
          <a:p>
            <a:pPr lvl="0" algn="r" rtl="1"/>
            <a:r>
              <a:rPr/>
              <a:t>⚠️ ללא אישור בכתב = עבירה פלילית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חמשת שלבי ההאקינג האתי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איסוף מידע (Reconnaissance)</a:t>
            </a:r>
            <a:r>
              <a:rPr/>
              <a:t> — פסיבי ואקטיבי</a:t>
            </a:r>
          </a:p>
          <a:p>
            <a:pPr lvl="0" algn="r" rtl="1"/>
            <a:r>
              <a:rPr b="1"/>
              <a:t>2. סריקה ומיפוי (Scanning &amp; Enumeration)</a:t>
            </a:r>
            <a:r>
              <a:rPr/>
              <a:t> — פורטים ושירותים</a:t>
            </a:r>
          </a:p>
          <a:p>
            <a:pPr lvl="0" algn="r" rtl="1"/>
            <a:r>
              <a:rPr b="1"/>
              <a:t>3. השגת גישה (Exploitation)</a:t>
            </a:r>
            <a:r>
              <a:rPr/>
              <a:t> — ניצול חולשה</a:t>
            </a:r>
          </a:p>
          <a:p>
            <a:pPr lvl="0" algn="r" rtl="1"/>
            <a:r>
              <a:rPr b="1"/>
              <a:t>4. שמירת גישה (Maintaining Access)</a:t>
            </a:r>
          </a:p>
          <a:p>
            <a:pPr lvl="0" algn="r" rtl="1"/>
            <a:r>
              <a:rPr b="1"/>
              <a:t>5. טשטוש עקבות (Covering Tracks)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הקמת המעבדה (Lab)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Hypervisor</a:t>
            </a:r>
            <a:r>
              <a:rPr/>
              <a:t> — VMware Player / VirtualBox (חינמי)</a:t>
            </a:r>
          </a:p>
          <a:p>
            <a:pPr lvl="0" algn="r" rtl="1"/>
            <a:r>
              <a:rPr b="1"/>
              <a:t>מכונת תוקף</a:t>
            </a:r>
            <a:r>
              <a:rPr/>
              <a:t> — Kali Linux</a:t>
            </a:r>
          </a:p>
          <a:p>
            <a:pPr lvl="0" algn="r" rtl="1"/>
            <a:r>
              <a:rPr b="1"/>
              <a:t>מכונות מטרה</a:t>
            </a:r>
            <a:r>
              <a:rPr/>
              <a:t> — Kioptrix, Metasploitable, TryHackMe</a:t>
            </a:r>
          </a:p>
          <a:p>
            <a:pPr lvl="0" algn="r" rtl="1"/>
            <a:r>
              <a:rPr/>
              <a:t>🔒 רשת מבודדת: Host-Only / NAT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התקנת Kali ב-VMware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הורדת גרסת ה-VM מ-</a:t>
            </a:r>
            <a:r>
              <a:rPr b="1"/>
              <a:t>kali.org</a:t>
            </a:r>
          </a:p>
          <a:p>
            <a:pPr lvl="0" algn="r" rtl="1"/>
            <a:r>
              <a:rPr/>
              <a:t>התקנת VMware Workstation Player</a:t>
            </a:r>
          </a:p>
          <a:p>
            <a:pPr lvl="0" algn="r" rtl="1"/>
            <a:r>
              <a:rPr/>
              <a:t>Open ← קובץ ה-</a:t>
            </a:r>
            <a:r>
              <a:rPr>
                <a:latin typeface="Courier"/>
              </a:rPr>
              <a:t>.vmx</a:t>
            </a:r>
          </a:p>
          <a:p>
            <a:pPr lvl="0" algn="r" rtl="1"/>
            <a:r>
              <a:rPr/>
              <a:t>הגדרות: 2GB RAM לפחות, 2 ליבות</a:t>
            </a:r>
          </a:p>
          <a:p>
            <a:pPr lvl="0" algn="r" rtl="1"/>
            <a:r>
              <a:rPr/>
              <a:t>התחברות: </a:t>
            </a:r>
            <a:r>
              <a:rPr>
                <a:latin typeface="Courier"/>
              </a:rPr>
              <a:t>kali</a:t>
            </a:r>
            <a:r>
              <a:rPr/>
              <a:t> / </a:t>
            </a:r>
            <a:r>
              <a:rPr>
                <a:latin typeface="Courier"/>
              </a:rPr>
              <a:t>kali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Kali Linux — סקירה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הפצת לינוקס (Debian) לבדיקות חדירה</a:t>
            </a:r>
          </a:p>
          <a:p>
            <a:pPr lvl="0" algn="r" rtl="1"/>
            <a:r>
              <a:rPr/>
              <a:t>300+ כלי אבטחה מותקנים מראש</a:t>
            </a:r>
          </a:p>
          <a:p>
            <a:pPr lvl="0" algn="r" rtl="1"/>
            <a:r>
              <a:rPr b="1"/>
              <a:t>Terminal</a:t>
            </a:r>
            <a:r>
              <a:rPr/>
              <a:t> = סביבת העבודה המרכזית</a:t>
            </a:r>
          </a:p>
          <a:p>
            <a:pPr lvl="0" algn="r" rtl="1"/>
            <a:r>
              <a:rPr/>
              <a:t>כלים מסודרים לפי שלבי התקיפה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קטגוריות הכלים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Information Gathering — nmap, Maltego</a:t>
            </a:r>
          </a:p>
          <a:p>
            <a:pPr lvl="0" algn="r" rtl="1"/>
            <a:r>
              <a:rPr/>
              <a:t>Vulnerability Analysis — Nessus</a:t>
            </a:r>
          </a:p>
          <a:p>
            <a:pPr lvl="0" algn="r" rtl="1"/>
            <a:r>
              <a:rPr/>
              <a:t>Web Application — Burp Suite</a:t>
            </a:r>
          </a:p>
          <a:p>
            <a:pPr lvl="0" algn="r" rtl="1"/>
            <a:r>
              <a:rPr/>
              <a:t>Password Attacks — Hydra, John</a:t>
            </a:r>
          </a:p>
          <a:p>
            <a:pPr lvl="0" algn="r" rtl="1"/>
            <a:r>
              <a:rPr/>
              <a:t>Exploitation — Metasploit</a:t>
            </a:r>
          </a:p>
          <a:p>
            <a:pPr lvl="0" algn="r" rtl="1"/>
            <a:r>
              <a:rPr/>
              <a:t>Sniffing &amp; Spoofing — Wireshark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מיומנויות נדרשות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Linux</a:t>
            </a:r>
            <a:r>
              <a:rPr/>
              <a:t> — שורת פקודה</a:t>
            </a:r>
          </a:p>
          <a:p>
            <a:pPr lvl="0" algn="r" rtl="1"/>
            <a:r>
              <a:rPr b="1"/>
              <a:t>רשתות (Networking)</a:t>
            </a:r>
            <a:r>
              <a:rPr/>
              <a:t> — OSI, TCP/UDP (מודול 2)</a:t>
            </a:r>
          </a:p>
          <a:p>
            <a:pPr lvl="0" algn="r" rtl="1"/>
            <a:r>
              <a:rPr b="1"/>
              <a:t>סקריפטינג</a:t>
            </a:r>
            <a:r>
              <a:rPr/>
              <a:t> — Bash, Python (מודול 3)</a:t>
            </a:r>
          </a:p>
          <a:p>
            <a:pPr lvl="0" algn="r" rtl="1"/>
            <a:r>
              <a:rPr/>
              <a:t>הקורס מלמד הכל בהדרגה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האקינג אתי = בדיקה מורשית לפני התוקף</a:t>
            </a:r>
          </a:p>
          <a:p>
            <a:pPr lvl="0" algn="r" rtl="1"/>
            <a:r>
              <a:rPr/>
              <a:t>חמשת השלבים הם הלב של הקורס</a:t>
            </a:r>
          </a:p>
          <a:p>
            <a:pPr lvl="0" algn="r" rtl="1"/>
            <a:r>
              <a:rPr/>
              <a:t>מעבדה מבודדת = תרגול בטוח</a:t>
            </a:r>
          </a:p>
          <a:p>
            <a:pPr lvl="0" algn="r" rtl="1"/>
            <a:r>
              <a:rPr/>
              <a:t>Kali = ארגז הכלים המרכזי</a:t>
            </a:r>
          </a:p>
          <a:p>
            <a:pPr lvl="0" algn="r" rtl="1"/>
            <a:r>
              <a:rPr b="1"/>
              <a:t>תרגול:</a:t>
            </a:r>
            <a:r>
              <a:rPr/>
              <a:t> הקם את המעבדה ופתח TryHackMe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2026-08-30T15:19:39Z</dcterms:created>
  <dcterms:modified xsi:type="dcterms:W3CDTF">2026-08-30T15:19:39Z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