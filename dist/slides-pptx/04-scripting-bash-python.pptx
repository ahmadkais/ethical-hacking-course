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Python להאקרים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4 — Scripting: Bash &amp;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יסודות: משתנים ומבני נתונים</a:t>
            </a:r>
          </a:p>
          <a:p>
            <a:pPr lvl="0" algn="r" rtl="1"/>
            <a:r>
              <a:rPr/>
              <a:t>תנאים, לולאות, פונקציות</a:t>
            </a:r>
          </a:p>
          <a:p>
            <a:pPr lvl="0" algn="r" rtl="1"/>
            <a:r>
              <a:rPr/>
              <a:t>מודולים ו-socket</a:t>
            </a:r>
          </a:p>
          <a:p>
            <a:pPr lvl="0" algn="r" rtl="1"/>
            <a:r>
              <a:rPr/>
              <a:t>פרויקט: סורק פורטים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למה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השפה הנפוצה בכלי אבטחה ואוטומציה</a:t>
            </a:r>
          </a:p>
          <a:p>
            <a:pPr lvl="0" algn="r" rtl="1"/>
            <a:r>
              <a:rPr/>
              <a:t>רוב ה-Exploits והסקריפטים כתובים בה</a:t>
            </a:r>
          </a:p>
          <a:p>
            <a:pPr lvl="0" algn="r" rtl="1"/>
            <a:r>
              <a:rPr/>
              <a:t>לא צריך להיות מתכנת</a:t>
            </a:r>
          </a:p>
          <a:p>
            <a:pPr lvl="0" algn="r" rtl="1"/>
            <a:r>
              <a:rPr/>
              <a:t>מספיק לקרוא, לשנות ולכתוב סקריפטים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משתנים וטיפוסים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String</a:t>
            </a:r>
            <a:r>
              <a:rPr/>
              <a:t> — טקסט: </a:t>
            </a:r>
            <a:r>
              <a:rPr>
                <a:latin typeface="Courier"/>
              </a:rPr>
              <a:t>"nmap"</a:t>
            </a:r>
          </a:p>
          <a:p>
            <a:pPr lvl="0" algn="r" rtl="1"/>
            <a:r>
              <a:rPr b="1"/>
              <a:t>Integer</a:t>
            </a:r>
            <a:r>
              <a:rPr/>
              <a:t> — מספר שלם: </a:t>
            </a:r>
            <a:r>
              <a:rPr>
                <a:latin typeface="Courier"/>
              </a:rPr>
              <a:t>443</a:t>
            </a:r>
          </a:p>
          <a:p>
            <a:pPr lvl="0" algn="r" rtl="1"/>
            <a:r>
              <a:rPr b="1"/>
              <a:t>Float</a:t>
            </a:r>
            <a:r>
              <a:rPr/>
              <a:t> — עשרוני: </a:t>
            </a:r>
            <a:r>
              <a:rPr>
                <a:latin typeface="Courier"/>
              </a:rPr>
              <a:t>2.5</a:t>
            </a:r>
          </a:p>
          <a:p>
            <a:pPr lvl="0" algn="r" rtl="1"/>
            <a:r>
              <a:rPr b="1"/>
              <a:t>Boolean</a:t>
            </a:r>
            <a:r>
              <a:rPr/>
              <a:t> — </a:t>
            </a:r>
            <a:r>
              <a:rPr>
                <a:latin typeface="Courier"/>
              </a:rPr>
              <a:t>True</a:t>
            </a:r>
            <a:r>
              <a:rPr/>
              <a:t> / </a:t>
            </a:r>
            <a:r>
              <a:rPr>
                <a:latin typeface="Courier"/>
              </a:rPr>
              <a:t>False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מבני נתונים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List</a:t>
            </a:r>
            <a:r>
              <a:rPr/>
              <a:t> </a:t>
            </a:r>
            <a:r>
              <a:rPr>
                <a:latin typeface="Courier"/>
              </a:rPr>
              <a:t>[ ]</a:t>
            </a:r>
            <a:r>
              <a:rPr/>
              <a:t> — מסודר, משתנה</a:t>
            </a:r>
          </a:p>
          <a:p>
            <a:pPr lvl="0" algn="r" rtl="1"/>
            <a:r>
              <a:rPr b="1"/>
              <a:t>Dictionary</a:t>
            </a:r>
            <a:r>
              <a:rPr/>
              <a:t> </a:t>
            </a:r>
            <a:r>
              <a:rPr>
                <a:latin typeface="Courier"/>
              </a:rPr>
              <a:t>{key: value}</a:t>
            </a:r>
            <a:r>
              <a:rPr/>
              <a:t> — מיפוי</a:t>
            </a:r>
          </a:p>
          <a:p>
            <a:pPr lvl="0" algn="r" rtl="1"/>
            <a:r>
              <a:rPr b="1"/>
              <a:t>Tuple</a:t>
            </a:r>
            <a:r>
              <a:rPr/>
              <a:t> </a:t>
            </a:r>
            <a:r>
              <a:rPr>
                <a:latin typeface="Courier"/>
              </a:rPr>
              <a:t>( )</a:t>
            </a:r>
            <a:r>
              <a:rPr/>
              <a:t> — קבוע</a:t>
            </a:r>
          </a:p>
          <a:p>
            <a:pPr lvl="0" algn="r" rtl="1"/>
            <a:r>
              <a:rPr/>
              <a:t>דוגמה: </a:t>
            </a:r>
            <a:r>
              <a:rPr>
                <a:latin typeface="Courier"/>
              </a:rPr>
              <a:t>services = {80: "HTTP"}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תנאים ולולאות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if / elif / else</a:t>
            </a:r>
            <a:r>
              <a:rPr/>
              <a:t> — קבלת החלטות</a:t>
            </a:r>
          </a:p>
          <a:p>
            <a:pPr lvl="0" algn="r" rtl="1"/>
            <a:r>
              <a:rPr>
                <a:latin typeface="Courier"/>
              </a:rPr>
              <a:t>for port in range(1, 101)</a:t>
            </a:r>
            <a:r>
              <a:rPr/>
              <a:t> — טווח</a:t>
            </a:r>
          </a:p>
          <a:p>
            <a:pPr lvl="0" algn="r" rtl="1"/>
            <a:r>
              <a:rPr>
                <a:latin typeface="Courier"/>
              </a:rPr>
              <a:t>while</a:t>
            </a:r>
            <a:r>
              <a:rPr/>
              <a:t> — כל עוד תנאי מתקיים</a:t>
            </a:r>
          </a:p>
          <a:p>
            <a:pPr lvl="0" algn="r" rtl="1"/>
            <a:r>
              <a:rPr/>
              <a:t>הבסיס לאוטומציה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פונקציות ומודולים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פונקציה</a:t>
            </a:r>
            <a:r>
              <a:rPr/>
              <a:t> — אריזת קוד לשימוש חוזר</a:t>
            </a:r>
          </a:p>
          <a:p>
            <a:pPr lvl="0" algn="r" rtl="1"/>
            <a:r>
              <a:rPr>
                <a:latin typeface="Courier"/>
              </a:rPr>
              <a:t>def scan_port(ip, port):</a:t>
            </a:r>
          </a:p>
          <a:p>
            <a:pPr lvl="0" algn="r" rtl="1"/>
            <a:r>
              <a:rPr b="1"/>
              <a:t>socket</a:t>
            </a:r>
            <a:r>
              <a:rPr/>
              <a:t> — תקשורת רשת</a:t>
            </a:r>
          </a:p>
          <a:p>
            <a:pPr lvl="0" algn="r" rtl="1"/>
            <a:r>
              <a:rPr b="1"/>
              <a:t>sys</a:t>
            </a:r>
            <a:r>
              <a:rPr/>
              <a:t> — ארגומנטים ומערכת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פרויקט: סורק פורטים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יוצר socket מסוג TCP לכל פורט</a:t>
            </a:r>
          </a:p>
          <a:p>
            <a:pPr lvl="0" algn="r" rtl="1"/>
            <a:r>
              <a:rPr>
                <a:latin typeface="Courier"/>
              </a:rPr>
              <a:t>connect_ex()</a:t>
            </a:r>
            <a:r>
              <a:rPr/>
              <a:t> מחזיר 0 = פורט פתוח</a:t>
            </a:r>
          </a:p>
          <a:p>
            <a:pPr lvl="0" algn="r" rtl="1"/>
            <a:r>
              <a:rPr/>
              <a:t>לולאה על טווח 1–1024</a:t>
            </a:r>
          </a:p>
          <a:p>
            <a:pPr lvl="0" algn="r" rtl="1"/>
            <a:r>
              <a:rPr>
                <a:latin typeface="Courier"/>
              </a:rPr>
              <a:t>try/except</a:t>
            </a:r>
            <a:r>
              <a:rPr/>
              <a:t> לטיפול בשגיאות ו-Ctrl+C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הקוד המרכזי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algn="r" rtl="1">
              <a:buNone/>
            </a:pPr>
            <a:r>
              <a:rPr>
                <a:latin typeface="Courier"/>
              </a:rPr>
              <a:t>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socket.socket(socket.AF_INET,</a:t>
            </a:r>
            <a:br/>
            <a:r>
              <a:rPr>
                <a:latin typeface="Courier"/>
              </a:rPr>
              <a:t>                  socket.SOCK_STREAM)</a:t>
            </a:r>
            <a:br/>
            <a:r>
              <a:rPr>
                <a:latin typeface="Courier"/>
              </a:rPr>
              <a:t>s.settimeout(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s.connect_ex((target, port))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f"[+] Port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port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OPEN"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s.close()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טיפוסים, מבני נתונים, לולאות ופונקציות</a:t>
            </a:r>
          </a:p>
          <a:p>
            <a:pPr lvl="0" algn="r" rtl="1"/>
            <a:r>
              <a:rPr/>
              <a:t>socket = יכולות רשת</a:t>
            </a:r>
          </a:p>
          <a:p>
            <a:pPr lvl="0" algn="r" rtl="1"/>
            <a:r>
              <a:rPr/>
              <a:t>בנינו סורק פורטים אמיתי</a:t>
            </a:r>
          </a:p>
          <a:p>
            <a:pPr lvl="0" algn="r" rtl="1"/>
            <a:r>
              <a:rPr/>
              <a:t>⚠️ להריץ רק על </a:t>
            </a:r>
            <a:r>
              <a:rPr>
                <a:latin typeface="Courier"/>
              </a:rPr>
              <a:t>127.0.0.1</a:t>
            </a:r>
            <a:r>
              <a:rPr/>
              <a:t> או המעבדה</a:t>
            </a:r>
          </a:p>
          <a:p>
            <a:pPr lvl="0" algn="r" rtl="1"/>
            <a:r>
              <a:rPr b="1"/>
              <a:t>תרגול:</a:t>
            </a:r>
            <a:r>
              <a:rPr/>
              <a:t> הוסף שמות שירות לפלט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2026-08-30T16:14:49Z</dcterms:created>
  <dcterms:modified xsi:type="dcterms:W3CDTF">2026-08-30T16:14:49Z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