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סריקה, מיפוי והערכת חולשות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6 — Scanning &amp; Enumeration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Nmap לעומק</a:t>
            </a:r>
          </a:p>
          <a:p>
            <a:pPr lvl="0" algn="r" rtl="1"/>
            <a:r>
              <a:rPr/>
              <a:t>מנייה: HTTP, SMB, SSH, FTP</a:t>
            </a:r>
          </a:p>
          <a:p>
            <a:pPr lvl="0" algn="r" rtl="1"/>
            <a:r>
              <a:rPr/>
              <a:t>Nessus — סריקת חולשות</a:t>
            </a:r>
          </a:p>
          <a:p>
            <a:pPr lvl="0" algn="r" rtl="1"/>
            <a:r>
              <a:rPr/>
              <a:t>Searchsploit — חקר חולשות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שלב הסריקה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מ-Recon פסיבי ל</a:t>
            </a:r>
            <a:r>
              <a:rPr b="1"/>
              <a:t>מגע אקטיבי</a:t>
            </a:r>
            <a:r>
              <a:rPr/>
              <a:t> עם היעד</a:t>
            </a:r>
          </a:p>
          <a:p>
            <a:pPr lvl="0" algn="r" rtl="1"/>
            <a:r>
              <a:rPr b="1"/>
              <a:t>Scanning</a:t>
            </a:r>
            <a:r>
              <a:rPr/>
              <a:t> — מכונות ופורטים</a:t>
            </a:r>
          </a:p>
          <a:p>
            <a:pPr lvl="0" algn="r" rtl="1"/>
            <a:r>
              <a:rPr b="1"/>
              <a:t>Enumeration</a:t>
            </a:r>
            <a:r>
              <a:rPr/>
              <a:t> — חפירה עמוקה בכל שירות</a:t>
            </a:r>
          </a:p>
          <a:p>
            <a:pPr lvl="0" algn="r" rtl="1"/>
            <a:r>
              <a:rPr/>
              <a:t>💡 “Enumerate, enumerate, enumerate”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Nmap — יסודות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nmap -sn 192.168.1.0/24</a:t>
            </a:r>
            <a:r>
              <a:rPr/>
              <a:t> — גילוי מארחים</a:t>
            </a:r>
          </a:p>
          <a:p>
            <a:pPr lvl="0" algn="r" rtl="1"/>
            <a:r>
              <a:rPr>
                <a:latin typeface="Courier"/>
              </a:rPr>
              <a:t>nmap -p-</a:t>
            </a:r>
            <a:r>
              <a:rPr/>
              <a:t> — כל 65,535 הפורטים</a:t>
            </a:r>
          </a:p>
          <a:p>
            <a:pPr lvl="0" algn="r" rtl="1"/>
            <a:r>
              <a:rPr>
                <a:latin typeface="Courier"/>
              </a:rPr>
              <a:t>-sS</a:t>
            </a:r>
            <a:r>
              <a:rPr/>
              <a:t> SYN · </a:t>
            </a:r>
            <a:r>
              <a:rPr>
                <a:latin typeface="Courier"/>
              </a:rPr>
              <a:t>-sT</a:t>
            </a:r>
            <a:r>
              <a:rPr/>
              <a:t> Connect · </a:t>
            </a:r>
            <a:r>
              <a:rPr>
                <a:latin typeface="Courier"/>
              </a:rPr>
              <a:t>-sU</a:t>
            </a:r>
            <a:r>
              <a:rPr/>
              <a:t> UDP</a:t>
            </a:r>
          </a:p>
          <a:p>
            <a:pPr lvl="0" algn="r" rtl="1"/>
            <a:r>
              <a:rPr/>
              <a:t>SYN-ACK=פתוח, RST=סגור (מודול 3)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Nmap — מנייה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-sV</a:t>
            </a:r>
            <a:r>
              <a:rPr/>
              <a:t> גרסאות · </a:t>
            </a:r>
            <a:r>
              <a:rPr>
                <a:latin typeface="Courier"/>
              </a:rPr>
              <a:t>-O</a:t>
            </a:r>
            <a:r>
              <a:rPr/>
              <a:t> מערכת הפעלה</a:t>
            </a:r>
          </a:p>
          <a:p>
            <a:pPr lvl="0" algn="r" rtl="1"/>
            <a:r>
              <a:rPr>
                <a:latin typeface="Courier"/>
              </a:rPr>
              <a:t>-sC</a:t>
            </a:r>
            <a:r>
              <a:rPr/>
              <a:t> סקריפטים · </a:t>
            </a:r>
            <a:r>
              <a:rPr>
                <a:latin typeface="Courier"/>
              </a:rPr>
              <a:t>-A</a:t>
            </a:r>
            <a:r>
              <a:rPr/>
              <a:t> אגרסיבי</a:t>
            </a:r>
          </a:p>
          <a:p>
            <a:pPr lvl="0" algn="r" rtl="1"/>
            <a:r>
              <a:rPr b="1"/>
              <a:t>המומלץ:</a:t>
            </a:r>
            <a:r>
              <a:rPr/>
              <a:t> </a:t>
            </a:r>
            <a:r>
              <a:rPr>
                <a:latin typeface="Courier"/>
              </a:rPr>
              <a:t>nmap -sC -sV -oN scan.txt &lt;ip&gt;</a:t>
            </a:r>
          </a:p>
          <a:p>
            <a:pPr lvl="0" algn="r" rtl="1"/>
            <a:r>
              <a:rPr/>
              <a:t>גרסאות ישנות = חולשות ידועות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NSE — Nmap Scripting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--script vuln</a:t>
            </a:r>
            <a:r>
              <a:rPr/>
              <a:t> — חולשות ידועות</a:t>
            </a:r>
          </a:p>
          <a:p>
            <a:pPr lvl="0" algn="r" rtl="1"/>
            <a:r>
              <a:rPr>
                <a:latin typeface="Courier"/>
              </a:rPr>
              <a:t>--script smb-enum-shares</a:t>
            </a:r>
          </a:p>
          <a:p>
            <a:pPr lvl="0" algn="r" rtl="1"/>
            <a:r>
              <a:rPr>
                <a:latin typeface="Courier"/>
              </a:rPr>
              <a:t>--script smb-vuln-ms17-010</a:t>
            </a:r>
            <a:r>
              <a:rPr/>
              <a:t> — EternalBlue</a:t>
            </a:r>
          </a:p>
          <a:p>
            <a:pPr lvl="0" algn="r" rtl="1"/>
            <a:r>
              <a:rPr/>
              <a:t>הסקריפטים ב-</a:t>
            </a:r>
            <a:r>
              <a:rPr>
                <a:latin typeface="Courier"/>
              </a:rPr>
              <a:t>/usr/share/nmap/scripts/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מניית HTTP/HTTPS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whatweb</a:t>
            </a:r>
            <a:r>
              <a:rPr/>
              <a:t> — טכנולוגיות</a:t>
            </a:r>
          </a:p>
          <a:p>
            <a:pPr lvl="0" algn="r" rtl="1"/>
            <a:r>
              <a:rPr>
                <a:latin typeface="Courier"/>
              </a:rPr>
              <a:t>nikto -h</a:t>
            </a:r>
            <a:r>
              <a:rPr/>
              <a:t> — חולשות web נפוצות</a:t>
            </a:r>
          </a:p>
          <a:p>
            <a:pPr lvl="0" algn="r" rtl="1"/>
            <a:r>
              <a:rPr>
                <a:latin typeface="Courier"/>
              </a:rPr>
              <a:t>gobuster dir -w ...</a:t>
            </a:r>
            <a:r>
              <a:rPr/>
              <a:t> — ספריות נסתרות</a:t>
            </a:r>
          </a:p>
          <a:p>
            <a:pPr lvl="0" algn="r" rtl="1"/>
            <a:r>
              <a:rPr/>
              <a:t>בדוק ידנית: source, </a:t>
            </a:r>
            <a:r>
              <a:rPr>
                <a:latin typeface="Courier"/>
              </a:rPr>
              <a:t>/robots.txt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מניית SMB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פורטים 139/445, שיתוף קבצים Windows</a:t>
            </a:r>
          </a:p>
          <a:p>
            <a:pPr lvl="0" algn="r" rtl="1"/>
            <a:r>
              <a:rPr>
                <a:latin typeface="Courier"/>
              </a:rPr>
              <a:t>enum4linux -a</a:t>
            </a:r>
            <a:r>
              <a:rPr/>
              <a:t> — משתמשים, שיתופים</a:t>
            </a:r>
          </a:p>
          <a:p>
            <a:pPr lvl="0" algn="r" rtl="1"/>
            <a:r>
              <a:rPr>
                <a:latin typeface="Courier"/>
              </a:rPr>
              <a:t>smbclient -L //ip/</a:t>
            </a:r>
          </a:p>
          <a:p>
            <a:pPr lvl="0" algn="r" rtl="1"/>
            <a:r>
              <a:rPr/>
              <a:t>⚠️ </a:t>
            </a:r>
            <a:r>
              <a:rPr b="1"/>
              <a:t>MS17-010 (EternalBlue)</a:t>
            </a:r>
            <a:r>
              <a:rPr/>
              <a:t> → WannaCry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מניית SSH ו-FTP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SSH (22) — גרסה + יעד Brute Force</a:t>
            </a:r>
          </a:p>
          <a:p>
            <a:pPr lvl="0" algn="r" rtl="1"/>
            <a:r>
              <a:rPr/>
              <a:t>FTP (21) — בדוק </a:t>
            </a:r>
            <a:r>
              <a:rPr b="1"/>
              <a:t>Anonymous login</a:t>
            </a:r>
          </a:p>
          <a:p>
            <a:pPr lvl="0" algn="r" rtl="1"/>
            <a:r>
              <a:rPr>
                <a:latin typeface="Courier"/>
              </a:rPr>
              <a:t>nmap --script ftp-anon</a:t>
            </a:r>
          </a:p>
          <a:p>
            <a:pPr lvl="0" algn="r" rtl="1"/>
            <a:r>
              <a:rPr/>
              <a:t>גרסה ישנה = חולשה אפשרית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Nessus — סריקת חולשות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סורק אוטומטי, מדרג Critical→Info</a:t>
            </a:r>
          </a:p>
          <a:p>
            <a:pPr lvl="0" algn="r" rtl="1"/>
            <a:r>
              <a:rPr/>
              <a:t>Essentials חינמי (16 IPs)</a:t>
            </a:r>
          </a:p>
          <a:p>
            <a:pPr lvl="0" algn="r" rtl="1"/>
            <a:r>
              <a:rPr>
                <a:latin typeface="Courier"/>
              </a:rPr>
              <a:t>https://localhost:8834</a:t>
            </a:r>
          </a:p>
          <a:p>
            <a:pPr lvl="0" algn="r" rtl="1"/>
            <a:r>
              <a:rPr/>
              <a:t>⚠️ רועש; לא תחליף למנייה ידנית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חקר חולשות → Exploit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searchsploit apache 1.3.20</a:t>
            </a:r>
          </a:p>
          <a:p>
            <a:pPr lvl="0" algn="r" rtl="1"/>
            <a:r>
              <a:rPr/>
              <a:t>Exploit-DB — מאגר ה-Exploits</a:t>
            </a:r>
          </a:p>
          <a:p>
            <a:pPr lvl="0" algn="r" rtl="1"/>
            <a:r>
              <a:rPr b="1"/>
              <a:t>CVE</a:t>
            </a:r>
            <a:r>
              <a:rPr/>
              <a:t> — מזהה ייחודי (CVE-2017-0144)</a:t>
            </a:r>
          </a:p>
          <a:p>
            <a:pPr lvl="0" algn="r" rtl="1"/>
            <a:r>
              <a:rPr/>
              <a:t>הגשר בין מנייה לניצול (מודול 7)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Nmap = הליבה (פורטים→גרסאות→NSE)</a:t>
            </a:r>
          </a:p>
          <a:p>
            <a:pPr lvl="0" algn="r" rtl="1"/>
            <a:r>
              <a:rPr/>
              <a:t>מנייה לפי שירות: HTTP/SMB/SSH/FTP</a:t>
            </a:r>
          </a:p>
          <a:p>
            <a:pPr lvl="0" algn="r" rtl="1"/>
            <a:r>
              <a:rPr/>
              <a:t>Nessus עוזר; searchsploit מגשר ל-Exploit</a:t>
            </a:r>
          </a:p>
          <a:p>
            <a:pPr lvl="0" algn="r" rtl="1"/>
            <a:r>
              <a:rPr b="1"/>
              <a:t>תעד הכל</a:t>
            </a:r>
            <a:r>
              <a:rPr/>
              <a:t> לדוח</a:t>
            </a:r>
          </a:p>
          <a:p>
            <a:pPr lvl="0" algn="r" rtl="1"/>
            <a:r>
              <a:rPr b="1"/>
              <a:t>תרגילים</a:t>
            </a:r>
            <a:r>
              <a:rPr/>
              <a:t> → </a:t>
            </a:r>
            <a:r>
              <a:rPr>
                <a:latin typeface="Courier"/>
              </a:rPr>
              <a:t>missions.md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2026-08-30T17:13:15Z</dcterms:created>
  <dcterms:modified xsi:type="dcterms:W3CDTF">2026-08-30T17:13:15Z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