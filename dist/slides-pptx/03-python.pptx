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3" Type="http://schemas.openxmlformats.org/officeDocument/2006/relationships/viewProps" Target="viewProps.xml" /><Relationship Id="rId12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5" Type="http://schemas.openxmlformats.org/officeDocument/2006/relationships/tableStyles" Target="tableStyles.xml" /><Relationship Id="rId14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algn="r" rtl="1"/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algn="r" rtl="1"/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 rtl="1"/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 rtl="1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 rtl="1"/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algn="r" rtl="1"/>
            <a:r>
              <a:rPr lang="en-US"/>
              <a:t>Click to edit Master text styles</a:t>
            </a:r>
          </a:p>
          <a:p>
            <a:pPr lvl="1" algn="r" rtl="1"/>
            <a:r>
              <a:rPr lang="en-US"/>
              <a:t>Second level</a:t>
            </a:r>
          </a:p>
          <a:p>
            <a:pPr lvl="2" algn="r" rtl="1"/>
            <a:r>
              <a:rPr lang="en-US"/>
              <a:t>Third level</a:t>
            </a:r>
          </a:p>
          <a:p>
            <a:pPr lvl="3" algn="r" rtl="1"/>
            <a:r>
              <a:rPr lang="en-US"/>
              <a:t>Fourth level</a:t>
            </a:r>
          </a:p>
          <a:p>
            <a:pPr lvl="4" algn="r" rtl="1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 rtl="1"/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 rtl="1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 rtl="1"/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pPr algn="r" rtl="1"/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algn="r" rtl="1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 rtl="1"/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 rtl="1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 rtl="1"/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 algn="r" rtl="1"/>
            <a:r>
              <a:rPr lang="en-US"/>
              <a:t>Click to edit Master text styles</a:t>
            </a:r>
          </a:p>
          <a:p>
            <a:pPr lvl="1" algn="r" rtl="1"/>
            <a:r>
              <a:rPr lang="en-US"/>
              <a:t>Second level</a:t>
            </a:r>
          </a:p>
          <a:p>
            <a:pPr lvl="2" algn="r" rtl="1"/>
            <a:r>
              <a:rPr lang="en-US"/>
              <a:t>Third level</a:t>
            </a:r>
          </a:p>
          <a:p>
            <a:pPr lvl="3" algn="r" rtl="1"/>
            <a:r>
              <a:rPr lang="en-US"/>
              <a:t>Fourth level</a:t>
            </a:r>
          </a:p>
          <a:p>
            <a:pPr lvl="4" algn="r" rtl="1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 algn="r" rtl="1"/>
            <a:r>
              <a:rPr lang="en-US"/>
              <a:t>Click to edit Master text styles</a:t>
            </a:r>
          </a:p>
          <a:p>
            <a:pPr lvl="1" algn="r" rtl="1"/>
            <a:r>
              <a:rPr lang="en-US"/>
              <a:t>Second level</a:t>
            </a:r>
          </a:p>
          <a:p>
            <a:pPr lvl="2" algn="r" rtl="1"/>
            <a:r>
              <a:rPr lang="en-US"/>
              <a:t>Third level</a:t>
            </a:r>
          </a:p>
          <a:p>
            <a:pPr lvl="3" algn="r" rtl="1"/>
            <a:r>
              <a:rPr lang="en-US"/>
              <a:t>Fourth level</a:t>
            </a:r>
          </a:p>
          <a:p>
            <a:pPr lvl="4" algn="r" rtl="1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 rtl="1"/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 rtl="1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 rtl="1"/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algn="r" rtl="1"/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 algn="r" rtl="1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 algn="r" rtl="1"/>
            <a:r>
              <a:rPr lang="en-US"/>
              <a:t>Click to edit Master text styles</a:t>
            </a:r>
          </a:p>
          <a:p>
            <a:pPr lvl="1" algn="r" rtl="1"/>
            <a:r>
              <a:rPr lang="en-US"/>
              <a:t>Second level</a:t>
            </a:r>
          </a:p>
          <a:p>
            <a:pPr lvl="2" algn="r" rtl="1"/>
            <a:r>
              <a:rPr lang="en-US"/>
              <a:t>Third level</a:t>
            </a:r>
          </a:p>
          <a:p>
            <a:pPr lvl="3" algn="r" rtl="1"/>
            <a:r>
              <a:rPr lang="en-US"/>
              <a:t>Fourth level</a:t>
            </a:r>
          </a:p>
          <a:p>
            <a:pPr lvl="4" algn="r" rtl="1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 algn="r" rtl="1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 algn="r" rtl="1"/>
            <a:r>
              <a:rPr lang="en-US"/>
              <a:t>Click to edit Master text styles</a:t>
            </a:r>
          </a:p>
          <a:p>
            <a:pPr lvl="1" algn="r" rtl="1"/>
            <a:r>
              <a:rPr lang="en-US"/>
              <a:t>Second level</a:t>
            </a:r>
          </a:p>
          <a:p>
            <a:pPr lvl="2" algn="r" rtl="1"/>
            <a:r>
              <a:rPr lang="en-US"/>
              <a:t>Third level</a:t>
            </a:r>
          </a:p>
          <a:p>
            <a:pPr lvl="3" algn="r" rtl="1"/>
            <a:r>
              <a:rPr lang="en-US"/>
              <a:t>Fourth level</a:t>
            </a:r>
          </a:p>
          <a:p>
            <a:pPr lvl="4" algn="r" rtl="1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 rtl="1"/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 rtl="1"/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 rtl="1"/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 rtl="1"/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 rtl="1"/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 rtl="1"/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 rtl="1"/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 rtl="1"/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 rtl="1"/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pPr algn="r" rtl="1"/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algn="r" rtl="1"/>
            <a:r>
              <a:rPr lang="en-US"/>
              <a:t>Click to edit Master text styles</a:t>
            </a:r>
          </a:p>
          <a:p>
            <a:pPr lvl="1" algn="r" rtl="1"/>
            <a:r>
              <a:rPr lang="en-US"/>
              <a:t>Second level</a:t>
            </a:r>
          </a:p>
          <a:p>
            <a:pPr lvl="2" algn="r" rtl="1"/>
            <a:r>
              <a:rPr lang="en-US"/>
              <a:t>Third level</a:t>
            </a:r>
          </a:p>
          <a:p>
            <a:pPr lvl="3" algn="r" rtl="1"/>
            <a:r>
              <a:rPr lang="en-US"/>
              <a:t>Fourth level</a:t>
            </a:r>
          </a:p>
          <a:p>
            <a:pPr lvl="4" algn="r" rtl="1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 algn="r" rtl="1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 rtl="1"/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 rtl="1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 rtl="1"/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pPr algn="r" rtl="1"/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algn="r" rtl="1"/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 algn="r" rtl="1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 rtl="1"/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 rtl="1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 rtl="1"/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algn="r" rtl="1"/>
            <a:r>
              <a:rPr lang="en-US"/>
              <a:t>Click to edit Master text styles</a:t>
            </a:r>
          </a:p>
          <a:p>
            <a:pPr lvl="1" algn="r" rtl="1"/>
            <a:r>
              <a:rPr lang="en-US"/>
              <a:t>Second level</a:t>
            </a:r>
          </a:p>
          <a:p>
            <a:pPr lvl="2" algn="r" rtl="1"/>
            <a:r>
              <a:rPr lang="en-US"/>
              <a:t>Third level</a:t>
            </a:r>
          </a:p>
          <a:p>
            <a:pPr lvl="3" algn="r" rtl="1"/>
            <a:r>
              <a:rPr lang="en-US"/>
              <a:t>Fourth level</a:t>
            </a:r>
          </a:p>
          <a:p>
            <a:pPr lvl="4" algn="r" rtl="1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 rtl="1"/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 rtl="1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 rtl="1"/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pPr algn="r" rtl="1"/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 algn="r" rtl="1"/>
            <a:r>
              <a:rPr lang="en-US"/>
              <a:t>Click to edit Master text styles</a:t>
            </a:r>
          </a:p>
          <a:p>
            <a:pPr lvl="1" algn="r" rtl="1"/>
            <a:r>
              <a:rPr lang="en-US"/>
              <a:t>Second level</a:t>
            </a:r>
          </a:p>
          <a:p>
            <a:pPr lvl="2" algn="r" rtl="1"/>
            <a:r>
              <a:rPr lang="en-US"/>
              <a:t>Third level</a:t>
            </a:r>
          </a:p>
          <a:p>
            <a:pPr lvl="3" algn="r" rtl="1"/>
            <a:r>
              <a:rPr lang="en-US"/>
              <a:t>Fourth level</a:t>
            </a:r>
          </a:p>
          <a:p>
            <a:pPr lvl="4" algn="r" rtl="1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 rtl="1"/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 rtl="1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 rtl="1"/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pPr algn="r" rtl="1"/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 algn="r" rtl="1"/>
            <a:r>
              <a:rPr lang="en-US"/>
              <a:t>Click to edit Master text styles</a:t>
            </a:r>
          </a:p>
          <a:p>
            <a:pPr lvl="1" algn="r" rtl="1"/>
            <a:r>
              <a:rPr lang="en-US"/>
              <a:t>Second level</a:t>
            </a:r>
          </a:p>
          <a:p>
            <a:pPr lvl="2" algn="r" rtl="1"/>
            <a:r>
              <a:rPr lang="en-US"/>
              <a:t>Third level</a:t>
            </a:r>
          </a:p>
          <a:p>
            <a:pPr lvl="3" algn="r" rtl="1"/>
            <a:r>
              <a:rPr lang="en-US"/>
              <a:t>Fourth level</a:t>
            </a:r>
          </a:p>
          <a:p>
            <a:pPr lvl="4" algn="r" rtl="1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r" rtl="1"/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r" rtl="1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r" rtl="1"/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marL="0" lvl="0" indent="0" algn="r" rtl="1">
              <a:buNone/>
            </a:pPr>
            <a:r>
              <a:rPr/>
              <a:t>Python להאקרים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 algn="r" rtl="1">
              <a:buNone/>
            </a:pPr>
            <a:r>
              <a:rPr/>
              <a:t>מודול 3 — Python for Hackers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algn="r" rtl="1"/>
            <a:r>
              <a:rPr/>
              <a:t>יסודות: משתנים ומבני נתונים</a:t>
            </a:r>
          </a:p>
          <a:p>
            <a:pPr lvl="0" algn="r" rtl="1"/>
            <a:r>
              <a:rPr/>
              <a:t>תנאים, לולאות, פונקציות</a:t>
            </a:r>
          </a:p>
          <a:p>
            <a:pPr lvl="0" algn="r" rtl="1"/>
            <a:r>
              <a:rPr/>
              <a:t>מודולים ו-socket</a:t>
            </a:r>
          </a:p>
          <a:p>
            <a:pPr lvl="0" algn="r" rtl="1"/>
            <a:r>
              <a:rPr/>
              <a:t>פרויקט: סורק פורטים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 algn="r" rtl="1">
              <a:buNone/>
            </a:pPr>
            <a:r>
              <a:rPr/>
              <a:t>למה Python?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algn="r" rtl="1"/>
            <a:r>
              <a:rPr/>
              <a:t>השפה הנפוצה בכלי אבטחה ואוטומציה</a:t>
            </a:r>
          </a:p>
          <a:p>
            <a:pPr lvl="0" algn="r" rtl="1"/>
            <a:r>
              <a:rPr/>
              <a:t>רוב ה-Exploits והסקריפטים כתובים בה</a:t>
            </a:r>
          </a:p>
          <a:p>
            <a:pPr lvl="0" algn="r" rtl="1"/>
            <a:r>
              <a:rPr/>
              <a:t>לא צריך להיות מתכנת</a:t>
            </a:r>
          </a:p>
          <a:p>
            <a:pPr lvl="0" algn="r" rtl="1"/>
            <a:r>
              <a:rPr/>
              <a:t>מספיק לקרוא, לשנות ולכתוב סקריפטים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 algn="r" rtl="1">
              <a:buNone/>
            </a:pPr>
            <a:r>
              <a:rPr/>
              <a:t>משתנים וטיפוסים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algn="r" rtl="1"/>
            <a:r>
              <a:rPr b="1"/>
              <a:t>String</a:t>
            </a:r>
            <a:r>
              <a:rPr/>
              <a:t> — טקסט: </a:t>
            </a:r>
            <a:r>
              <a:rPr>
                <a:latin typeface="Courier"/>
              </a:rPr>
              <a:t>"nmap"</a:t>
            </a:r>
          </a:p>
          <a:p>
            <a:pPr lvl="0" algn="r" rtl="1"/>
            <a:r>
              <a:rPr b="1"/>
              <a:t>Integer</a:t>
            </a:r>
            <a:r>
              <a:rPr/>
              <a:t> — מספר שלם: </a:t>
            </a:r>
            <a:r>
              <a:rPr>
                <a:latin typeface="Courier"/>
              </a:rPr>
              <a:t>443</a:t>
            </a:r>
          </a:p>
          <a:p>
            <a:pPr lvl="0" algn="r" rtl="1"/>
            <a:r>
              <a:rPr b="1"/>
              <a:t>Float</a:t>
            </a:r>
            <a:r>
              <a:rPr/>
              <a:t> — עשרוני: </a:t>
            </a:r>
            <a:r>
              <a:rPr>
                <a:latin typeface="Courier"/>
              </a:rPr>
              <a:t>2.5</a:t>
            </a:r>
          </a:p>
          <a:p>
            <a:pPr lvl="0" algn="r" rtl="1"/>
            <a:r>
              <a:rPr b="1"/>
              <a:t>Boolean</a:t>
            </a:r>
            <a:r>
              <a:rPr/>
              <a:t> — </a:t>
            </a:r>
            <a:r>
              <a:rPr>
                <a:latin typeface="Courier"/>
              </a:rPr>
              <a:t>True</a:t>
            </a:r>
            <a:r>
              <a:rPr/>
              <a:t> / </a:t>
            </a:r>
            <a:r>
              <a:rPr>
                <a:latin typeface="Courier"/>
              </a:rPr>
              <a:t>False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 algn="r" rtl="1">
              <a:buNone/>
            </a:pPr>
            <a:r>
              <a:rPr/>
              <a:t>מבני נתונים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algn="r" rtl="1"/>
            <a:r>
              <a:rPr b="1"/>
              <a:t>List</a:t>
            </a:r>
            <a:r>
              <a:rPr/>
              <a:t> </a:t>
            </a:r>
            <a:r>
              <a:rPr>
                <a:latin typeface="Courier"/>
              </a:rPr>
              <a:t>[ ]</a:t>
            </a:r>
            <a:r>
              <a:rPr/>
              <a:t> — מסודר, משתנה</a:t>
            </a:r>
          </a:p>
          <a:p>
            <a:pPr lvl="0" algn="r" rtl="1"/>
            <a:r>
              <a:rPr b="1"/>
              <a:t>Dictionary</a:t>
            </a:r>
            <a:r>
              <a:rPr/>
              <a:t> </a:t>
            </a:r>
            <a:r>
              <a:rPr>
                <a:latin typeface="Courier"/>
              </a:rPr>
              <a:t>{key: value}</a:t>
            </a:r>
            <a:r>
              <a:rPr/>
              <a:t> — מיפוי</a:t>
            </a:r>
          </a:p>
          <a:p>
            <a:pPr lvl="0" algn="r" rtl="1"/>
            <a:r>
              <a:rPr b="1"/>
              <a:t>Tuple</a:t>
            </a:r>
            <a:r>
              <a:rPr/>
              <a:t> </a:t>
            </a:r>
            <a:r>
              <a:rPr>
                <a:latin typeface="Courier"/>
              </a:rPr>
              <a:t>( )</a:t>
            </a:r>
            <a:r>
              <a:rPr/>
              <a:t> — קבוע</a:t>
            </a:r>
          </a:p>
          <a:p>
            <a:pPr lvl="0" algn="r" rtl="1"/>
            <a:r>
              <a:rPr/>
              <a:t>דוגמה: </a:t>
            </a:r>
            <a:r>
              <a:rPr>
                <a:latin typeface="Courier"/>
              </a:rPr>
              <a:t>services = {80: "HTTP"}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 algn="r" rtl="1">
              <a:buNone/>
            </a:pPr>
            <a:r>
              <a:rPr/>
              <a:t>תנאים ולולאות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algn="r" rtl="1"/>
            <a:r>
              <a:rPr>
                <a:latin typeface="Courier"/>
              </a:rPr>
              <a:t>if / elif / else</a:t>
            </a:r>
            <a:r>
              <a:rPr/>
              <a:t> — קבלת החלטות</a:t>
            </a:r>
          </a:p>
          <a:p>
            <a:pPr lvl="0" algn="r" rtl="1"/>
            <a:r>
              <a:rPr>
                <a:latin typeface="Courier"/>
              </a:rPr>
              <a:t>for port in range(1, 101)</a:t>
            </a:r>
            <a:r>
              <a:rPr/>
              <a:t> — טווח</a:t>
            </a:r>
          </a:p>
          <a:p>
            <a:pPr lvl="0" algn="r" rtl="1"/>
            <a:r>
              <a:rPr>
                <a:latin typeface="Courier"/>
              </a:rPr>
              <a:t>while</a:t>
            </a:r>
            <a:r>
              <a:rPr/>
              <a:t> — כל עוד תנאי מתקיים</a:t>
            </a:r>
          </a:p>
          <a:p>
            <a:pPr lvl="0" algn="r" rtl="1"/>
            <a:r>
              <a:rPr/>
              <a:t>הבסיס לאוטומציה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 algn="r" rtl="1">
              <a:buNone/>
            </a:pPr>
            <a:r>
              <a:rPr/>
              <a:t>פונקציות ומודולים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algn="r" rtl="1"/>
            <a:r>
              <a:rPr b="1"/>
              <a:t>פונקציה</a:t>
            </a:r>
            <a:r>
              <a:rPr/>
              <a:t> — אריזת קוד לשימוש חוזר</a:t>
            </a:r>
          </a:p>
          <a:p>
            <a:pPr lvl="0" algn="r" rtl="1"/>
            <a:r>
              <a:rPr>
                <a:latin typeface="Courier"/>
              </a:rPr>
              <a:t>def scan_port(ip, port):</a:t>
            </a:r>
          </a:p>
          <a:p>
            <a:pPr lvl="0" algn="r" rtl="1"/>
            <a:r>
              <a:rPr b="1"/>
              <a:t>socket</a:t>
            </a:r>
            <a:r>
              <a:rPr/>
              <a:t> — תקשורת רשת</a:t>
            </a:r>
          </a:p>
          <a:p>
            <a:pPr lvl="0" algn="r" rtl="1"/>
            <a:r>
              <a:rPr b="1"/>
              <a:t>sys</a:t>
            </a:r>
            <a:r>
              <a:rPr/>
              <a:t> — ארגומנטים ומערכת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 algn="r" rtl="1">
              <a:buNone/>
            </a:pPr>
            <a:r>
              <a:rPr/>
              <a:t>פרויקט: סורק פורטים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algn="r" rtl="1"/>
            <a:r>
              <a:rPr/>
              <a:t>יוצר socket מסוג TCP לכל פורט</a:t>
            </a:r>
          </a:p>
          <a:p>
            <a:pPr lvl="0" algn="r" rtl="1"/>
            <a:r>
              <a:rPr>
                <a:latin typeface="Courier"/>
              </a:rPr>
              <a:t>connect_ex()</a:t>
            </a:r>
            <a:r>
              <a:rPr/>
              <a:t> מחזיר 0 = פורט פתוח</a:t>
            </a:r>
          </a:p>
          <a:p>
            <a:pPr lvl="0" algn="r" rtl="1"/>
            <a:r>
              <a:rPr/>
              <a:t>לולאה על טווח 1–1024</a:t>
            </a:r>
          </a:p>
          <a:p>
            <a:pPr lvl="0" algn="r" rtl="1"/>
            <a:r>
              <a:rPr>
                <a:latin typeface="Courier"/>
              </a:rPr>
              <a:t>try/except</a:t>
            </a:r>
            <a:r>
              <a:rPr/>
              <a:t> לטיפול בשגיאות ו-Ctrl+C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 algn="r" rtl="1">
              <a:buNone/>
            </a:pPr>
            <a:r>
              <a:rPr/>
              <a:t>הקוד המרכזי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algn="r" rtl="1">
              <a:buNone/>
            </a:pPr>
            <a:r>
              <a:rPr>
                <a:latin typeface="Courier"/>
              </a:rPr>
              <a:t>s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socket.socket(socket.AF_INET,</a:t>
            </a:r>
            <a:br/>
            <a:r>
              <a:rPr>
                <a:latin typeface="Courier"/>
              </a:rPr>
              <a:t>                  socket.SOCK_STREAM)</a:t>
            </a:r>
            <a:br/>
            <a:r>
              <a:rPr>
                <a:latin typeface="Courier"/>
              </a:rPr>
              <a:t>s.settimeout(</a:t>
            </a:r>
            <a:r>
              <a:rPr>
                <a:solidFill>
                  <a:srgbClr val="40A070"/>
                </a:solidFill>
                <a:latin typeface="Courier"/>
              </a:rPr>
              <a:t>0.5</a:t>
            </a:r>
            <a:r>
              <a:rPr>
                <a:latin typeface="Courier"/>
              </a:rPr>
              <a:t>)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if</a:t>
            </a:r>
            <a:r>
              <a:rPr>
                <a:latin typeface="Courier"/>
              </a:rPr>
              <a:t> s.connect_ex((target, port)) </a:t>
            </a:r>
            <a:r>
              <a:rPr>
                <a:solidFill>
                  <a:srgbClr val="666666"/>
                </a:solidFill>
                <a:latin typeface="Courier"/>
              </a:rPr>
              <a:t>==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0</a:t>
            </a:r>
            <a:r>
              <a:rPr>
                <a:latin typeface="Courier"/>
              </a:rPr>
              <a:t>: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008000"/>
                </a:solidFill>
                <a:latin typeface="Courier"/>
              </a:rPr>
              <a:t>print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BB6688"/>
                </a:solidFill>
                <a:latin typeface="Courier"/>
              </a:rPr>
              <a:t>f"[+] Port </a:t>
            </a:r>
            <a:r>
              <a:rPr>
                <a:solidFill>
                  <a:srgbClr val="4070A0"/>
                </a:solidFill>
                <a:latin typeface="Courier"/>
              </a:rPr>
              <a:t>{</a:t>
            </a:r>
            <a:r>
              <a:rPr>
                <a:latin typeface="Courier"/>
              </a:rPr>
              <a:t>port</a:t>
            </a:r>
            <a:r>
              <a:rPr>
                <a:solidFill>
                  <a:srgbClr val="4070A0"/>
                </a:solidFill>
                <a:latin typeface="Courier"/>
              </a:rPr>
              <a:t>}</a:t>
            </a:r>
            <a:r>
              <a:rPr>
                <a:solidFill>
                  <a:srgbClr val="BB6688"/>
                </a:solidFill>
                <a:latin typeface="Courier"/>
              </a:rPr>
              <a:t> OPEN"</a:t>
            </a:r>
            <a:r>
              <a:rPr>
                <a:latin typeface="Courier"/>
              </a:rPr>
              <a:t>)</a:t>
            </a:r>
            <a:br/>
            <a:r>
              <a:rPr>
                <a:latin typeface="Courier"/>
              </a:rPr>
              <a:t>s.close()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 algn="r" rtl="1">
              <a:buNone/>
            </a:pPr>
            <a:r>
              <a:rPr/>
              <a:t>סיכום מודול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algn="r" rtl="1"/>
            <a:r>
              <a:rPr/>
              <a:t>טיפוסים, מבני נתונים, לולאות ופונקציות</a:t>
            </a:r>
          </a:p>
          <a:p>
            <a:pPr lvl="0" algn="r" rtl="1"/>
            <a:r>
              <a:rPr/>
              <a:t>socket = יכולות רשת</a:t>
            </a:r>
          </a:p>
          <a:p>
            <a:pPr lvl="0" algn="r" rtl="1"/>
            <a:r>
              <a:rPr/>
              <a:t>בנינו סורק פורטים אמיתי</a:t>
            </a:r>
          </a:p>
          <a:p>
            <a:pPr lvl="0" algn="r" rtl="1"/>
            <a:r>
              <a:rPr/>
              <a:t>⚠️ להריץ רק על </a:t>
            </a:r>
            <a:r>
              <a:rPr>
                <a:latin typeface="Courier"/>
              </a:rPr>
              <a:t>127.0.0.1</a:t>
            </a:r>
            <a:r>
              <a:rPr/>
              <a:t> או המעבדה</a:t>
            </a:r>
          </a:p>
          <a:p>
            <a:pPr lvl="0" algn="r" rtl="1"/>
            <a:r>
              <a:rPr b="1"/>
              <a:t>תרגול:</a:t>
            </a:r>
            <a:r>
              <a:rPr/>
              <a:t> הוסף שמות שירות לפלט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2026-08-30T15:19:41Z</dcterms:created>
  <dcterms:modified xsi:type="dcterms:W3CDTF">2026-08-30T15:19:41Z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